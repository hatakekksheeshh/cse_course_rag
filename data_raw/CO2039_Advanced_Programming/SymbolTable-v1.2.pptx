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4" r:id="rId11"/>
    <p:sldId id="315" r:id="rId12"/>
    <p:sldId id="316" r:id="rId13"/>
    <p:sldId id="317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45"/>
  </p:normalViewPr>
  <p:slideViewPr>
    <p:cSldViewPr>
      <p:cViewPr varScale="1">
        <p:scale>
          <a:sx n="78" d="100"/>
          <a:sy n="78" d="100"/>
        </p:scale>
        <p:origin x="15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3BBA2A49-0B71-3C9A-4849-0042B97761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VN"/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9F89C64C-DE42-3107-651F-98D6B0FD109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VN"/>
          </a:p>
        </p:txBody>
      </p:sp>
      <p:sp>
        <p:nvSpPr>
          <p:cNvPr id="180228" name="Rectangle 4">
            <a:extLst>
              <a:ext uri="{FF2B5EF4-FFF2-40B4-BE49-F238E27FC236}">
                <a16:creationId xmlns:a16="http://schemas.microsoft.com/office/drawing/2014/main" id="{1C7F4C06-15AB-CA5E-FA69-E4A66AD162B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0229" name="Rectangle 5">
            <a:extLst>
              <a:ext uri="{FF2B5EF4-FFF2-40B4-BE49-F238E27FC236}">
                <a16:creationId xmlns:a16="http://schemas.microsoft.com/office/drawing/2014/main" id="{F13EF9E0-A6EB-50E2-C4EC-52C3A4F99E9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VN"/>
              <a:t>Click to edit Master text styles</a:t>
            </a:r>
          </a:p>
          <a:p>
            <a:pPr lvl="1"/>
            <a:r>
              <a:rPr lang="en-US" altLang="en-VN"/>
              <a:t>Second level</a:t>
            </a:r>
          </a:p>
          <a:p>
            <a:pPr lvl="2"/>
            <a:r>
              <a:rPr lang="en-US" altLang="en-VN"/>
              <a:t>Third level</a:t>
            </a:r>
          </a:p>
          <a:p>
            <a:pPr lvl="3"/>
            <a:r>
              <a:rPr lang="en-US" altLang="en-VN"/>
              <a:t>Fourth level</a:t>
            </a:r>
          </a:p>
          <a:p>
            <a:pPr lvl="4"/>
            <a:r>
              <a:rPr lang="en-US" altLang="en-VN"/>
              <a:t>Fifth level</a:t>
            </a:r>
          </a:p>
        </p:txBody>
      </p:sp>
      <p:sp>
        <p:nvSpPr>
          <p:cNvPr id="180230" name="Rectangle 6">
            <a:extLst>
              <a:ext uri="{FF2B5EF4-FFF2-40B4-BE49-F238E27FC236}">
                <a16:creationId xmlns:a16="http://schemas.microsoft.com/office/drawing/2014/main" id="{19B39C1D-373C-6D59-2979-7255D3872A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VN"/>
          </a:p>
        </p:txBody>
      </p:sp>
      <p:sp>
        <p:nvSpPr>
          <p:cNvPr id="180231" name="Rectangle 7">
            <a:extLst>
              <a:ext uri="{FF2B5EF4-FFF2-40B4-BE49-F238E27FC236}">
                <a16:creationId xmlns:a16="http://schemas.microsoft.com/office/drawing/2014/main" id="{5E8E1864-82E2-499C-3739-EB2839FA4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9BFD4F3-A850-F14F-9E63-E856B6E0A36D}" type="slidenum">
              <a:rPr lang="en-US" altLang="en-VN"/>
              <a:pPr/>
              <a:t>‹#›</a:t>
            </a:fld>
            <a:endParaRPr lang="en-US" alt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B2F9C09C-9C55-7C90-F216-4B173CD7943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C0BAB7D4-5256-25D2-A671-82EBDCC01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VN" altLang="en-VN" sz="2400">
                <a:latin typeface="Times New Roman" panose="02020603050405020304" pitchFamily="18" charset="0"/>
              </a:endParaRPr>
            </a:p>
          </p:txBody>
        </p:sp>
        <p:sp>
          <p:nvSpPr>
            <p:cNvPr id="10244" name="AutoShape 4">
              <a:extLst>
                <a:ext uri="{FF2B5EF4-FFF2-40B4-BE49-F238E27FC236}">
                  <a16:creationId xmlns:a16="http://schemas.microsoft.com/office/drawing/2014/main" id="{2A6625F9-50B3-494B-744B-F6EFD8B3B23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VN" altLang="en-V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245" name="Group 5">
            <a:extLst>
              <a:ext uri="{FF2B5EF4-FFF2-40B4-BE49-F238E27FC236}">
                <a16:creationId xmlns:a16="http://schemas.microsoft.com/office/drawing/2014/main" id="{ECED763D-9F69-6DE3-A397-90D388614930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10246" name="AutoShape 6">
              <a:extLst>
                <a:ext uri="{FF2B5EF4-FFF2-40B4-BE49-F238E27FC236}">
                  <a16:creationId xmlns:a16="http://schemas.microsoft.com/office/drawing/2014/main" id="{04E6062B-E558-C443-0ECA-15F418355BA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VN"/>
            </a:p>
          </p:txBody>
        </p:sp>
        <p:sp>
          <p:nvSpPr>
            <p:cNvPr id="10247" name="AutoShape 7">
              <a:extLst>
                <a:ext uri="{FF2B5EF4-FFF2-40B4-BE49-F238E27FC236}">
                  <a16:creationId xmlns:a16="http://schemas.microsoft.com/office/drawing/2014/main" id="{497EDD5C-7404-1E57-1A6E-8A7D02D74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VN"/>
            </a:p>
          </p:txBody>
        </p:sp>
      </p:grpSp>
      <p:sp>
        <p:nvSpPr>
          <p:cNvPr id="10248" name="Rectangle 8">
            <a:extLst>
              <a:ext uri="{FF2B5EF4-FFF2-40B4-BE49-F238E27FC236}">
                <a16:creationId xmlns:a16="http://schemas.microsoft.com/office/drawing/2014/main" id="{70DB5429-8364-DE87-AEBC-808F8FB582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VN" noProof="0"/>
              <a:t>Click to edit Master subtitle style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54F3974A-8E42-D633-CF0B-49E1B99A5011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en-VN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E599F1FD-7199-6270-09BC-8EF60BA636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en-VN"/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B8DE912A-39AC-0C75-903F-770F293E93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22A508C0-7469-9F40-B466-F9D5583359BC}" type="slidenum">
              <a:rPr lang="en-US" altLang="en-VN"/>
              <a:pPr/>
              <a:t>‹#›</a:t>
            </a:fld>
            <a:endParaRPr lang="en-US" altLang="en-VN"/>
          </a:p>
        </p:txBody>
      </p:sp>
      <p:sp>
        <p:nvSpPr>
          <p:cNvPr id="10252" name="AutoShape 12">
            <a:extLst>
              <a:ext uri="{FF2B5EF4-FFF2-40B4-BE49-F238E27FC236}">
                <a16:creationId xmlns:a16="http://schemas.microsoft.com/office/drawing/2014/main" id="{7E601989-CF85-E336-C67C-AF36EE38B4B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VN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1FE9-6326-81EA-182C-07765B1A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8DE8B-65B9-2001-9B51-A51023E4F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2E467-E788-EC95-0069-73FDE3D8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484A-2C2C-FB8F-675E-21776D81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E59C7-8D9A-F10F-A5C0-58203C97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2D4CF-8227-3049-A3AA-3B1A7FFB88EF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417350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B546-BA46-B13C-73C4-ABD5AB9E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2DA10-237A-FF1C-98D5-6AE0B1662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D8C2-BA86-8E2E-861D-1A51C1AD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3321E-EE42-F9C5-F9CD-E88C402F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40018-0E5B-03A9-3DB9-3BE28FB2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53A08E-8C02-334B-B386-7DFE941F6E06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232506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28BB-E4F7-6C73-67EB-C0AE3084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3E9AC-21DD-13BB-1416-6DBFFC895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1B89A-882D-2CCB-AE00-4405E2F7F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61DA8-7696-D7B5-6936-691BB75F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6C316-8B5A-4DBA-800C-4647DD1D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E783B-90D5-736F-235B-9DF3CBA5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3BE56-F6E8-2F47-8853-F025C2BFA954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297894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2A218-37E7-E79A-316F-BA8ACB6B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535AA-A6C2-E1D6-CEC7-C9E4B825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E16C3-F759-EDD7-A459-202006596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C54FB-5062-CB8A-60A2-F4D0B5AEF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D8F38-5E1C-0B93-B2F3-1BBF6FAF0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76EF8-4F36-9AE1-DC14-E405A6B44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DA5DA-163C-3A17-CEDB-C727CAD7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E2276-3A78-FAD8-319F-54A5EE94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5E506-F0D3-E441-879A-9E6A47DFC9B6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260359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3296-9544-3FA6-A472-69E621A8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522A1-6CF3-CDAB-4CEE-026F69C6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37AEA-810D-0E9E-847D-29F255BB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9819E-A8B5-8194-7911-DAC772A9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2296B2-33E1-9B4E-9374-805256152980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302267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DEE1A-77B1-8991-9232-510170FB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B9C14-75B2-ED9D-E00F-BB9004107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667E-209D-846F-DF0B-BFDDC913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6AF584-6484-854B-90F2-1D014CEC9885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170689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2E83-A0C9-0588-CA75-5E0FE09D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4A467-6E45-38B1-9E8E-42B7CA833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D8F72-BD3B-33AC-8847-9DEDB4FF9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7F709-E482-0B0B-E9DB-B1F64F70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32138-82CA-FE39-4E26-7722F868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653A0-A78E-4857-0008-144F8269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1BE3B1-B11B-E14F-8DC2-4A222084AD29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364722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0EB1-FF68-5088-5BB1-3882EFBB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294B65-F568-7AEC-103A-177482DDE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64920-5985-FF68-CE2A-708E06C5B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8D516-746F-FCEC-76BF-1C5CA54D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8D60C-10F1-CED5-AA2A-9B9BF63F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9BC34-F826-095A-F1BE-ABDBBD92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04C27-910A-D845-918E-E07652E9FFD5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190914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DF2C-F3B7-3748-A3AB-E6A02AA1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A431C-46E9-FD0C-181F-E75181503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B2AD6-A215-E869-C675-E762B9E2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0F3CE-751F-B7F0-95CB-BFAE3BDF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A9523-1DF7-3073-DE2F-075F963B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B65C6-1602-D248-BD9E-7F988D681CBE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2599832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3406C-D6A6-0AEE-9235-F450A0906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5E224-6199-0326-1C59-7E1000636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9FF69-B673-6566-2919-E647B206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9DB1-B9B8-7F1E-79E3-856655B3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8A69D-C62C-4779-515E-798D8F7E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BB235-F0BC-FF40-BE29-909B9BFD7306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82387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8B49A473-94CC-4295-6CDA-594E0B7F38A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9219" name="Group 3">
              <a:extLst>
                <a:ext uri="{FF2B5EF4-FFF2-40B4-BE49-F238E27FC236}">
                  <a16:creationId xmlns:a16="http://schemas.microsoft.com/office/drawing/2014/main" id="{6778E8D5-858F-CDD2-FD93-DBD78670099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9220" name="Rectangle 4">
                <a:extLst>
                  <a:ext uri="{FF2B5EF4-FFF2-40B4-BE49-F238E27FC236}">
                    <a16:creationId xmlns:a16="http://schemas.microsoft.com/office/drawing/2014/main" id="{DA19EF70-0450-EE46-8C14-834BFC9220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VN"/>
              </a:p>
            </p:txBody>
          </p:sp>
          <p:sp>
            <p:nvSpPr>
              <p:cNvPr id="9221" name="Freeform 5">
                <a:extLst>
                  <a:ext uri="{FF2B5EF4-FFF2-40B4-BE49-F238E27FC236}">
                    <a16:creationId xmlns:a16="http://schemas.microsoft.com/office/drawing/2014/main" id="{584A97DD-D5E8-26B0-7BAA-304C588AF16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VN"/>
              </a:p>
            </p:txBody>
          </p:sp>
        </p:grpSp>
        <p:grpSp>
          <p:nvGrpSpPr>
            <p:cNvPr id="9222" name="Group 6">
              <a:extLst>
                <a:ext uri="{FF2B5EF4-FFF2-40B4-BE49-F238E27FC236}">
                  <a16:creationId xmlns:a16="http://schemas.microsoft.com/office/drawing/2014/main" id="{50543517-0026-98EF-DEFE-76E73754C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9223" name="AutoShape 7">
                <a:extLst>
                  <a:ext uri="{FF2B5EF4-FFF2-40B4-BE49-F238E27FC236}">
                    <a16:creationId xmlns:a16="http://schemas.microsoft.com/office/drawing/2014/main" id="{62A319B3-5521-4835-B10A-A23CA0588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VN"/>
              </a:p>
            </p:txBody>
          </p:sp>
          <p:sp>
            <p:nvSpPr>
              <p:cNvPr id="9224" name="AutoShape 8">
                <a:extLst>
                  <a:ext uri="{FF2B5EF4-FFF2-40B4-BE49-F238E27FC236}">
                    <a16:creationId xmlns:a16="http://schemas.microsoft.com/office/drawing/2014/main" id="{535C1CA7-AB46-F1EB-29E2-61C5CBD18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VN"/>
              </a:p>
            </p:txBody>
          </p:sp>
        </p:grpSp>
      </p:grpSp>
      <p:sp>
        <p:nvSpPr>
          <p:cNvPr id="9225" name="AutoShape 9">
            <a:extLst>
              <a:ext uri="{FF2B5EF4-FFF2-40B4-BE49-F238E27FC236}">
                <a16:creationId xmlns:a16="http://schemas.microsoft.com/office/drawing/2014/main" id="{FFB3DD8F-A529-C414-3784-7848B7B16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VN"/>
              <a:t>Click to edit Master title style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1A5AF694-74ED-C5F5-341B-741306CDA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VN"/>
              <a:t>Click to edit Master text styles</a:t>
            </a:r>
          </a:p>
          <a:p>
            <a:pPr lvl="1"/>
            <a:r>
              <a:rPr lang="en-US" altLang="en-VN"/>
              <a:t>Second level</a:t>
            </a:r>
          </a:p>
          <a:p>
            <a:pPr lvl="2"/>
            <a:r>
              <a:rPr lang="en-US" altLang="en-VN"/>
              <a:t>Third level</a:t>
            </a:r>
          </a:p>
          <a:p>
            <a:pPr lvl="3"/>
            <a:r>
              <a:rPr lang="en-US" altLang="en-VN"/>
              <a:t>Fourth level</a:t>
            </a:r>
          </a:p>
          <a:p>
            <a:pPr lvl="4"/>
            <a:r>
              <a:rPr lang="en-US" altLang="en-VN"/>
              <a:t>Fifth level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EA38AB0D-99FD-8CC8-8047-BF401BED2E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 altLang="en-V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8E2643C8-9E94-DCC7-84A6-4C7423E383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V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2FD3322E-E15D-1EDB-1171-A0862B5A5D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4B9BBCDA-37DB-5648-9F4A-B11638C1684D}" type="slidenum">
              <a:rPr lang="en-US" altLang="en-VN"/>
              <a:pPr/>
              <a:t>‹#›</a:t>
            </a:fld>
            <a:endParaRPr lang="en-US" alt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>
            <a:extLst>
              <a:ext uri="{FF2B5EF4-FFF2-40B4-BE49-F238E27FC236}">
                <a16:creationId xmlns:a16="http://schemas.microsoft.com/office/drawing/2014/main" id="{D415EC7C-6EF8-4B38-D54F-22C67E85C2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VN" sz="3200" dirty="0"/>
              <a:t>Symbol Table</a:t>
            </a:r>
            <a:br>
              <a:rPr lang="en-US" altLang="en-VN" sz="3200" dirty="0"/>
            </a:br>
            <a:r>
              <a:rPr lang="en-US" altLang="en-VN" sz="3200" b="0" dirty="0">
                <a:solidFill>
                  <a:srgbClr val="FF3300"/>
                </a:solidFill>
              </a:rPr>
              <a:t>Prologue to Assignment 3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597734D-4A4B-2EBF-4D7E-8BCA9E9618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72000" y="2971800"/>
            <a:ext cx="4419600" cy="1822450"/>
          </a:xfrm>
        </p:spPr>
        <p:txBody>
          <a:bodyPr/>
          <a:lstStyle/>
          <a:p>
            <a:r>
              <a:rPr lang="en-US" altLang="en-VN" dirty="0"/>
              <a:t>Quan Thanh </a:t>
            </a:r>
            <a:r>
              <a:rPr lang="en-US" altLang="en-VN" dirty="0" err="1"/>
              <a:t>Tho</a:t>
            </a:r>
            <a:r>
              <a:rPr lang="en-US" altLang="en-VN" dirty="0"/>
              <a:t>, Ph.D.</a:t>
            </a:r>
          </a:p>
          <a:p>
            <a:r>
              <a:rPr lang="en-US" altLang="en-VN" dirty="0"/>
              <a:t>CSE – HCMUT</a:t>
            </a:r>
          </a:p>
          <a:p>
            <a:r>
              <a:rPr lang="en-US" altLang="en-VN" dirty="0" err="1"/>
              <a:t>qttho@hcmut.edu.vn</a:t>
            </a:r>
            <a:endParaRPr lang="en-US" altLang="en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8" name="Line 48">
            <a:extLst>
              <a:ext uri="{FF2B5EF4-FFF2-40B4-BE49-F238E27FC236}">
                <a16:creationId xmlns:a16="http://schemas.microsoft.com/office/drawing/2014/main" id="{E60F0B66-32C4-365F-0407-EC712A4A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5465763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9" name="Rectangle 49">
            <a:extLst>
              <a:ext uri="{FF2B5EF4-FFF2-40B4-BE49-F238E27FC236}">
                <a16:creationId xmlns:a16="http://schemas.microsoft.com/office/drawing/2014/main" id="{2330F142-1F4F-DDC4-F62D-0D686194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X| real |0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4" name="Rectangle 54">
            <a:extLst>
              <a:ext uri="{FF2B5EF4-FFF2-40B4-BE49-F238E27FC236}">
                <a16:creationId xmlns:a16="http://schemas.microsoft.com/office/drawing/2014/main" id="{0F56A7E4-11F9-E840-9562-9F1E2A36E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65763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Sub4 | void -&gt; void</a:t>
            </a:r>
          </a:p>
        </p:txBody>
      </p:sp>
      <p:sp>
        <p:nvSpPr>
          <p:cNvPr id="271415" name="Line 55">
            <a:extLst>
              <a:ext uri="{FF2B5EF4-FFF2-40B4-BE49-F238E27FC236}">
                <a16:creationId xmlns:a16="http://schemas.microsoft.com/office/drawing/2014/main" id="{57294CB8-5642-6CE0-B069-E705125BC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770563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7" name="Rectangle 57">
            <a:extLst>
              <a:ext uri="{FF2B5EF4-FFF2-40B4-BE49-F238E27FC236}">
                <a16:creationId xmlns:a16="http://schemas.microsoft.com/office/drawing/2014/main" id="{9CD2D659-A07F-E011-946B-DC8014D6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6655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8" name="Rectangle 58">
            <a:extLst>
              <a:ext uri="{FF2B5EF4-FFF2-40B4-BE49-F238E27FC236}">
                <a16:creationId xmlns:a16="http://schemas.microsoft.com/office/drawing/2014/main" id="{21B88A23-4852-AE49-940A-E39F0657A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9703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0" name="Line 60">
            <a:extLst>
              <a:ext uri="{FF2B5EF4-FFF2-40B4-BE49-F238E27FC236}">
                <a16:creationId xmlns:a16="http://schemas.microsoft.com/office/drawing/2014/main" id="{A9BC677B-71D3-BB8E-CE2E-EC22E6D89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3817938"/>
            <a:ext cx="1195388" cy="1436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1" name="Line 61">
            <a:extLst>
              <a:ext uri="{FF2B5EF4-FFF2-40B4-BE49-F238E27FC236}">
                <a16:creationId xmlns:a16="http://schemas.microsoft.com/office/drawing/2014/main" id="{5100A8B7-3E25-732A-2453-F443411FB8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4108450"/>
            <a:ext cx="1195388" cy="1843088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7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7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271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9" dur="500"/>
                                        <p:tgtEl>
                                          <p:spTgt spid="271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3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6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9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2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5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6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2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8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1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7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  <p:bldP spid="271409" grpId="0" animBg="1"/>
      <p:bldP spid="271409" grpId="1" animBg="1"/>
      <p:bldP spid="271414" grpId="0" animBg="1"/>
      <p:bldP spid="27141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>
                <a:solidFill>
                  <a:srgbClr val="FF0000"/>
                </a:solidFill>
              </a:rPr>
              <a:t>program</a:t>
            </a:r>
            <a:r>
              <a:rPr lang="en-GB" altLang="en-VN" sz="1800" dirty="0">
                <a:solidFill>
                  <a:srgbClr val="FF0000"/>
                </a:solidFill>
              </a:rPr>
              <a:t> MAIN;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750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</a:t>
            </a:r>
            <a:r>
              <a:rPr lang="en-GB" altLang="en-VN" sz="1800" b="1" dirty="0">
                <a:solidFill>
                  <a:srgbClr val="FF0000"/>
                </a:solidFill>
              </a:rPr>
              <a:t>var</a:t>
            </a:r>
            <a:r>
              <a:rPr lang="en-GB" altLang="en-VN" sz="1800" dirty="0">
                <a:solidFill>
                  <a:srgbClr val="FF0000"/>
                </a:solidFill>
              </a:rPr>
              <a:t> X, Y, Z: </a:t>
            </a:r>
            <a:r>
              <a:rPr lang="en-GB" altLang="en-VN" sz="1800" b="1" dirty="0">
                <a:solidFill>
                  <a:srgbClr val="FF0000"/>
                </a:solidFill>
              </a:rPr>
              <a:t>char</a:t>
            </a:r>
            <a:r>
              <a:rPr lang="en-GB" altLang="en-VN" sz="1800" dirty="0">
                <a:solidFill>
                  <a:srgbClr val="FF0000"/>
                </a:solidFill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</p:spTree>
    <p:extLst>
      <p:ext uri="{BB962C8B-B14F-4D97-AF65-F5344CB8AC3E}">
        <p14:creationId xmlns:p14="http://schemas.microsoft.com/office/powerpoint/2010/main" val="58511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</a:t>
            </a:r>
            <a:r>
              <a:rPr lang="en-GB" altLang="en-VN" sz="1800" b="1" dirty="0">
                <a:solidFill>
                  <a:srgbClr val="FF0000"/>
                </a:solidFill>
              </a:rPr>
              <a:t>procedure</a:t>
            </a:r>
            <a:r>
              <a:rPr lang="en-GB" altLang="en-VN" sz="1800" dirty="0">
                <a:solidFill>
                  <a:srgbClr val="FF0000"/>
                </a:solidFill>
              </a:rPr>
              <a:t> SUB2;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1174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>
                <a:solidFill>
                  <a:srgbClr val="FF0000"/>
                </a:solidFill>
              </a:rPr>
              <a:t>var</a:t>
            </a:r>
            <a:r>
              <a:rPr lang="en-GB" altLang="en-VN" sz="1800" dirty="0">
                <a:solidFill>
                  <a:srgbClr val="FF0000"/>
                </a:solidFill>
              </a:rPr>
              <a:t> X, Y: </a:t>
            </a:r>
            <a:r>
              <a:rPr lang="en-GB" altLang="en-VN" sz="1800" b="1" dirty="0">
                <a:solidFill>
                  <a:srgbClr val="FF0000"/>
                </a:solidFill>
              </a:rPr>
              <a:t>integer</a:t>
            </a:r>
            <a:r>
              <a:rPr lang="en-GB" altLang="en-VN" sz="1800" dirty="0">
                <a:solidFill>
                  <a:srgbClr val="FF0000"/>
                </a:solidFill>
              </a:rPr>
              <a:t>;</a:t>
            </a:r>
            <a:endParaRPr lang="en-GB" altLang="en-VN" sz="1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574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	     </a:t>
            </a:r>
            <a:r>
              <a:rPr lang="en-GB" altLang="en-VN" sz="1800" b="1" dirty="0">
                <a:solidFill>
                  <a:srgbClr val="FF0000"/>
                </a:solidFill>
              </a:rPr>
              <a:t>procedure</a:t>
            </a:r>
            <a:r>
              <a:rPr lang="en-GB" altLang="en-VN" sz="1800" dirty="0">
                <a:solidFill>
                  <a:srgbClr val="FF0000"/>
                </a:solidFill>
              </a:rPr>
              <a:t> SUB3;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9462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2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8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		</a:t>
            </a:r>
            <a:r>
              <a:rPr lang="en-GB" altLang="en-VN" sz="1800" b="1" dirty="0">
                <a:solidFill>
                  <a:srgbClr val="FF0000"/>
                </a:solidFill>
              </a:rPr>
              <a:t>var</a:t>
            </a:r>
            <a:r>
              <a:rPr lang="en-GB" altLang="en-VN" sz="1800" dirty="0">
                <a:solidFill>
                  <a:srgbClr val="FF0000"/>
                </a:solidFill>
              </a:rPr>
              <a:t> X: </a:t>
            </a:r>
            <a:r>
              <a:rPr lang="en-GB" altLang="en-VN" sz="1800" b="1" dirty="0">
                <a:solidFill>
                  <a:srgbClr val="FF0000"/>
                </a:solidFill>
              </a:rPr>
              <a:t>real</a:t>
            </a:r>
            <a:r>
              <a:rPr lang="en-GB" altLang="en-VN" sz="1800" dirty="0">
                <a:solidFill>
                  <a:srgbClr val="FF0000"/>
                </a:solidFill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8" name="Line 48">
            <a:extLst>
              <a:ext uri="{FF2B5EF4-FFF2-40B4-BE49-F238E27FC236}">
                <a16:creationId xmlns:a16="http://schemas.microsoft.com/office/drawing/2014/main" id="{E60F0B66-32C4-365F-0407-EC712A4A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5465763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9" name="Rectangle 49">
            <a:extLst>
              <a:ext uri="{FF2B5EF4-FFF2-40B4-BE49-F238E27FC236}">
                <a16:creationId xmlns:a16="http://schemas.microsoft.com/office/drawing/2014/main" id="{2330F142-1F4F-DDC4-F62D-0D686194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X| real |0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7" name="Rectangle 57">
            <a:extLst>
              <a:ext uri="{FF2B5EF4-FFF2-40B4-BE49-F238E27FC236}">
                <a16:creationId xmlns:a16="http://schemas.microsoft.com/office/drawing/2014/main" id="{9CD2D659-A07F-E011-946B-DC8014D6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6655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0" name="Line 60">
            <a:extLst>
              <a:ext uri="{FF2B5EF4-FFF2-40B4-BE49-F238E27FC236}">
                <a16:creationId xmlns:a16="http://schemas.microsoft.com/office/drawing/2014/main" id="{A9BC677B-71D3-BB8E-CE2E-EC22E6D89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3817938"/>
            <a:ext cx="1195388" cy="1436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6410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7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4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7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3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6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2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  <p:bldP spid="271409" grpId="0" animBg="1"/>
      <p:bldP spid="27140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		       </a:t>
            </a:r>
            <a:r>
              <a:rPr lang="en-GB" altLang="en-VN" sz="1800" b="1" dirty="0">
                <a:solidFill>
                  <a:srgbClr val="FF0000"/>
                </a:solidFill>
              </a:rPr>
              <a:t>procedure</a:t>
            </a:r>
            <a:r>
              <a:rPr lang="en-GB" altLang="en-VN" sz="1800" dirty="0">
                <a:solidFill>
                  <a:srgbClr val="FF0000"/>
                </a:solidFill>
              </a:rPr>
              <a:t> SUB4;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8" name="Line 48">
            <a:extLst>
              <a:ext uri="{FF2B5EF4-FFF2-40B4-BE49-F238E27FC236}">
                <a16:creationId xmlns:a16="http://schemas.microsoft.com/office/drawing/2014/main" id="{E60F0B66-32C4-365F-0407-EC712A4A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5465763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9" name="Rectangle 49">
            <a:extLst>
              <a:ext uri="{FF2B5EF4-FFF2-40B4-BE49-F238E27FC236}">
                <a16:creationId xmlns:a16="http://schemas.microsoft.com/office/drawing/2014/main" id="{2330F142-1F4F-DDC4-F62D-0D686194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X| real |0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4" name="Rectangle 54">
            <a:extLst>
              <a:ext uri="{FF2B5EF4-FFF2-40B4-BE49-F238E27FC236}">
                <a16:creationId xmlns:a16="http://schemas.microsoft.com/office/drawing/2014/main" id="{0F56A7E4-11F9-E840-9562-9F1E2A36E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65763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Sub4 | void -&gt; void</a:t>
            </a:r>
          </a:p>
        </p:txBody>
      </p:sp>
      <p:sp>
        <p:nvSpPr>
          <p:cNvPr id="271415" name="Line 55">
            <a:extLst>
              <a:ext uri="{FF2B5EF4-FFF2-40B4-BE49-F238E27FC236}">
                <a16:creationId xmlns:a16="http://schemas.microsoft.com/office/drawing/2014/main" id="{57294CB8-5642-6CE0-B069-E705125BC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770563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7" name="Rectangle 57">
            <a:extLst>
              <a:ext uri="{FF2B5EF4-FFF2-40B4-BE49-F238E27FC236}">
                <a16:creationId xmlns:a16="http://schemas.microsoft.com/office/drawing/2014/main" id="{9CD2D659-A07F-E011-946B-DC8014D6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6655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0" name="Line 60">
            <a:extLst>
              <a:ext uri="{FF2B5EF4-FFF2-40B4-BE49-F238E27FC236}">
                <a16:creationId xmlns:a16="http://schemas.microsoft.com/office/drawing/2014/main" id="{A9BC677B-71D3-BB8E-CE2E-EC22E6D89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3817938"/>
            <a:ext cx="1195388" cy="1436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6766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0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3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6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0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3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6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  <p:bldP spid="271409" grpId="0" animBg="1"/>
      <p:bldP spid="271409" grpId="1" animBg="1"/>
      <p:bldP spid="271414" grpId="0" animBg="1"/>
      <p:bldP spid="27141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		       </a:t>
            </a:r>
            <a:r>
              <a:rPr lang="en-GB" altLang="en-VN" sz="1800" b="1" dirty="0">
                <a:solidFill>
                  <a:srgbClr val="FF0000"/>
                </a:solidFill>
              </a:rPr>
              <a:t>begin</a:t>
            </a:r>
            <a:r>
              <a:rPr lang="en-GB" altLang="en-VN" sz="1800" dirty="0">
                <a:solidFill>
                  <a:srgbClr val="FF0000"/>
                </a:solidFill>
              </a:rPr>
              <a:t> …</a:t>
            </a:r>
            <a:r>
              <a:rPr lang="en-GB" altLang="en-VN" sz="1800" b="1" dirty="0">
                <a:solidFill>
                  <a:srgbClr val="FF0000"/>
                </a:solidFill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8" name="Line 48">
            <a:extLst>
              <a:ext uri="{FF2B5EF4-FFF2-40B4-BE49-F238E27FC236}">
                <a16:creationId xmlns:a16="http://schemas.microsoft.com/office/drawing/2014/main" id="{E60F0B66-32C4-365F-0407-EC712A4A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5465763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9" name="Rectangle 49">
            <a:extLst>
              <a:ext uri="{FF2B5EF4-FFF2-40B4-BE49-F238E27FC236}">
                <a16:creationId xmlns:a16="http://schemas.microsoft.com/office/drawing/2014/main" id="{2330F142-1F4F-DDC4-F62D-0D686194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X| real |0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4" name="Rectangle 54">
            <a:extLst>
              <a:ext uri="{FF2B5EF4-FFF2-40B4-BE49-F238E27FC236}">
                <a16:creationId xmlns:a16="http://schemas.microsoft.com/office/drawing/2014/main" id="{0F56A7E4-11F9-E840-9562-9F1E2A36E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65763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Sub4 | void -&gt; void</a:t>
            </a:r>
          </a:p>
        </p:txBody>
      </p:sp>
      <p:sp>
        <p:nvSpPr>
          <p:cNvPr id="271415" name="Line 55">
            <a:extLst>
              <a:ext uri="{FF2B5EF4-FFF2-40B4-BE49-F238E27FC236}">
                <a16:creationId xmlns:a16="http://schemas.microsoft.com/office/drawing/2014/main" id="{57294CB8-5642-6CE0-B069-E705125BC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770563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7" name="Rectangle 57">
            <a:extLst>
              <a:ext uri="{FF2B5EF4-FFF2-40B4-BE49-F238E27FC236}">
                <a16:creationId xmlns:a16="http://schemas.microsoft.com/office/drawing/2014/main" id="{9CD2D659-A07F-E011-946B-DC8014D6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6655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8" name="Rectangle 58">
            <a:extLst>
              <a:ext uri="{FF2B5EF4-FFF2-40B4-BE49-F238E27FC236}">
                <a16:creationId xmlns:a16="http://schemas.microsoft.com/office/drawing/2014/main" id="{21B88A23-4852-AE49-940A-E39F0657A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9703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0" name="Line 60">
            <a:extLst>
              <a:ext uri="{FF2B5EF4-FFF2-40B4-BE49-F238E27FC236}">
                <a16:creationId xmlns:a16="http://schemas.microsoft.com/office/drawing/2014/main" id="{A9BC677B-71D3-BB8E-CE2E-EC22E6D89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3817938"/>
            <a:ext cx="1195388" cy="1436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1" name="Line 61">
            <a:extLst>
              <a:ext uri="{FF2B5EF4-FFF2-40B4-BE49-F238E27FC236}">
                <a16:creationId xmlns:a16="http://schemas.microsoft.com/office/drawing/2014/main" id="{5100A8B7-3E25-732A-2453-F443411FB8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4108450"/>
            <a:ext cx="1195388" cy="1843088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1929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7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7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271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9" dur="500"/>
                                        <p:tgtEl>
                                          <p:spTgt spid="271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3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6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9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2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5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6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2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8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1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7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  <p:bldP spid="271409" grpId="0" animBg="1"/>
      <p:bldP spid="271409" grpId="1" animBg="1"/>
      <p:bldP spid="271414" grpId="0" animBg="1"/>
      <p:bldP spid="27141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>
                <a:solidFill>
                  <a:srgbClr val="FF0000"/>
                </a:solidFill>
              </a:rPr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8" name="Line 48">
            <a:extLst>
              <a:ext uri="{FF2B5EF4-FFF2-40B4-BE49-F238E27FC236}">
                <a16:creationId xmlns:a16="http://schemas.microsoft.com/office/drawing/2014/main" id="{E60F0B66-32C4-365F-0407-EC712A4A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5465763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9" name="Rectangle 49">
            <a:extLst>
              <a:ext uri="{FF2B5EF4-FFF2-40B4-BE49-F238E27FC236}">
                <a16:creationId xmlns:a16="http://schemas.microsoft.com/office/drawing/2014/main" id="{2330F142-1F4F-DDC4-F62D-0D686194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X| real |0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4" name="Rectangle 54">
            <a:extLst>
              <a:ext uri="{FF2B5EF4-FFF2-40B4-BE49-F238E27FC236}">
                <a16:creationId xmlns:a16="http://schemas.microsoft.com/office/drawing/2014/main" id="{0F56A7E4-11F9-E840-9562-9F1E2A36E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65763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Sub4 | void -&gt; void</a:t>
            </a:r>
          </a:p>
        </p:txBody>
      </p:sp>
      <p:sp>
        <p:nvSpPr>
          <p:cNvPr id="271415" name="Line 55">
            <a:extLst>
              <a:ext uri="{FF2B5EF4-FFF2-40B4-BE49-F238E27FC236}">
                <a16:creationId xmlns:a16="http://schemas.microsoft.com/office/drawing/2014/main" id="{57294CB8-5642-6CE0-B069-E705125BC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770563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7" name="Rectangle 57">
            <a:extLst>
              <a:ext uri="{FF2B5EF4-FFF2-40B4-BE49-F238E27FC236}">
                <a16:creationId xmlns:a16="http://schemas.microsoft.com/office/drawing/2014/main" id="{9CD2D659-A07F-E011-946B-DC8014D6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6655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0" name="Line 60">
            <a:extLst>
              <a:ext uri="{FF2B5EF4-FFF2-40B4-BE49-F238E27FC236}">
                <a16:creationId xmlns:a16="http://schemas.microsoft.com/office/drawing/2014/main" id="{A9BC677B-71D3-BB8E-CE2E-EC22E6D89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3817938"/>
            <a:ext cx="1195388" cy="1436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4700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271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271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0" dur="500"/>
                                        <p:tgtEl>
                                          <p:spTgt spid="271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3" dur="500"/>
                                        <p:tgtEl>
                                          <p:spTgt spid="271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6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0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3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6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  <p:bldP spid="271409" grpId="0" animBg="1"/>
      <p:bldP spid="271409" grpId="1" animBg="1"/>
      <p:bldP spid="271414" grpId="0" animBg="1"/>
      <p:bldP spid="27141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>
                <a:solidFill>
                  <a:srgbClr val="FF0000"/>
                </a:solidFill>
              </a:rPr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SUB1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>
                <a:solidFill>
                  <a:schemeClr val="bg1"/>
                </a:solidFill>
                <a:latin typeface="Tahoma" panose="020B0604030504040204" pitchFamily="34" charset="0"/>
              </a:rPr>
              <a:t>Sub2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7" name="Rectangle 37">
            <a:extLst>
              <a:ext uri="{FF2B5EF4-FFF2-40B4-BE49-F238E27FC236}">
                <a16:creationId xmlns:a16="http://schemas.microsoft.com/office/drawing/2014/main" id="{22EF0C5D-67FB-9BD7-6004-6DCA61E6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565650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Y| integer|4</a:t>
            </a:r>
          </a:p>
        </p:txBody>
      </p:sp>
      <p:sp>
        <p:nvSpPr>
          <p:cNvPr id="271398" name="Line 38">
            <a:extLst>
              <a:ext uri="{FF2B5EF4-FFF2-40B4-BE49-F238E27FC236}">
                <a16:creationId xmlns:a16="http://schemas.microsoft.com/office/drawing/2014/main" id="{1F64F1A8-DE0B-1F00-E5C6-6540781C0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8704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9" name="Line 39">
            <a:extLst>
              <a:ext uri="{FF2B5EF4-FFF2-40B4-BE49-F238E27FC236}">
                <a16:creationId xmlns:a16="http://schemas.microsoft.com/office/drawing/2014/main" id="{1C4ACB55-A76B-A448-561C-2C1F8B70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4565650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0" name="Rectangle 40">
            <a:extLst>
              <a:ext uri="{FF2B5EF4-FFF2-40B4-BE49-F238E27FC236}">
                <a16:creationId xmlns:a16="http://schemas.microsoft.com/office/drawing/2014/main" id="{E2A40288-0C8A-1A54-378F-13CB25EC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2672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X| integer|0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4" name="Rectangle 44">
            <a:extLst>
              <a:ext uri="{FF2B5EF4-FFF2-40B4-BE49-F238E27FC236}">
                <a16:creationId xmlns:a16="http://schemas.microsoft.com/office/drawing/2014/main" id="{067863C5-CCDC-9DE9-6C87-42952EFC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Sub3 | void -&gt; void</a:t>
            </a:r>
          </a:p>
        </p:txBody>
      </p:sp>
      <p:sp>
        <p:nvSpPr>
          <p:cNvPr id="271405" name="Line 45">
            <a:extLst>
              <a:ext uri="{FF2B5EF4-FFF2-40B4-BE49-F238E27FC236}">
                <a16:creationId xmlns:a16="http://schemas.microsoft.com/office/drawing/2014/main" id="{A66360F9-4471-87DE-9724-9D783452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1752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7" name="Rectangle 57">
            <a:extLst>
              <a:ext uri="{FF2B5EF4-FFF2-40B4-BE49-F238E27FC236}">
                <a16:creationId xmlns:a16="http://schemas.microsoft.com/office/drawing/2014/main" id="{9CD2D659-A07F-E011-946B-DC8014D6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6655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419" name="Line 59">
            <a:extLst>
              <a:ext uri="{FF2B5EF4-FFF2-40B4-BE49-F238E27FC236}">
                <a16:creationId xmlns:a16="http://schemas.microsoft.com/office/drawing/2014/main" id="{1494E924-D2E7-A09C-24E3-5345D077F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498850"/>
            <a:ext cx="1193800" cy="88582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420" name="Line 60">
            <a:extLst>
              <a:ext uri="{FF2B5EF4-FFF2-40B4-BE49-F238E27FC236}">
                <a16:creationId xmlns:a16="http://schemas.microsoft.com/office/drawing/2014/main" id="{A9BC677B-71D3-BB8E-CE2E-EC22E6D89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3817938"/>
            <a:ext cx="1195388" cy="1436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3991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27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271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271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271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27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9" dur="500"/>
                                        <p:tgtEl>
                                          <p:spTgt spid="27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2" dur="500"/>
                                        <p:tgtEl>
                                          <p:spTgt spid="27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5" dur="500"/>
                                        <p:tgtEl>
                                          <p:spTgt spid="271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8" dur="500"/>
                                        <p:tgtEl>
                                          <p:spTgt spid="27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1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  <p:bldP spid="271397" grpId="0" animBg="1"/>
      <p:bldP spid="271397" grpId="1" animBg="1"/>
      <p:bldP spid="271400" grpId="0" animBg="1"/>
      <p:bldP spid="271400" grpId="1" animBg="1"/>
      <p:bldP spid="271404" grpId="0" animBg="1"/>
      <p:bldP spid="27140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Rectangle 4">
            <a:extLst>
              <a:ext uri="{FF2B5EF4-FFF2-40B4-BE49-F238E27FC236}">
                <a16:creationId xmlns:a16="http://schemas.microsoft.com/office/drawing/2014/main" id="{85F3FC81-577A-A183-A649-B17F360F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1950" indent="-36195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tabLst>
                <a:tab pos="54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tabLst>
                <a:tab pos="54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tabLst>
                <a:tab pos="542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program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MAIN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Y, Z: </a:t>
            </a:r>
            <a:r>
              <a:rPr lang="en-GB" altLang="en-VN" sz="1800" b="1" dirty="0"/>
              <a:t>char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SUB2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X, Y: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  <a:endParaRPr lang="en-GB" altLang="en-VN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SUB3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X: </a:t>
            </a:r>
            <a:r>
              <a:rPr lang="en-GB" altLang="en-VN" sz="1800" b="1" dirty="0"/>
              <a:t>real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procedure</a:t>
            </a:r>
            <a:r>
              <a:rPr lang="en-GB" altLang="en-VN" sz="1800" dirty="0"/>
              <a:t> </a:t>
            </a:r>
            <a:r>
              <a:rPr lang="en-GB" altLang="en-VN" sz="1800" dirty="0">
                <a:solidFill>
                  <a:schemeClr val="folHlink"/>
                </a:solidFill>
              </a:rPr>
              <a:t>SUB4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		       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	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	begin …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>
                <a:solidFill>
                  <a:srgbClr val="FF0000"/>
                </a:solidFill>
              </a:rPr>
              <a:t>	</a:t>
            </a:r>
            <a:r>
              <a:rPr lang="en-GB" altLang="en-VN" sz="1800" b="1" dirty="0">
                <a:solidFill>
                  <a:srgbClr val="FF0000"/>
                </a:solidFill>
              </a:rPr>
              <a:t>procedure</a:t>
            </a:r>
            <a:r>
              <a:rPr lang="en-GB" altLang="en-VN" sz="1800" dirty="0">
                <a:solidFill>
                  <a:srgbClr val="FF0000"/>
                </a:solidFill>
              </a:rPr>
              <a:t> SUB1;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var</a:t>
            </a:r>
            <a:r>
              <a:rPr lang="en-GB" altLang="en-VN" sz="1800" dirty="0"/>
              <a:t> Y, Z: </a:t>
            </a:r>
            <a:r>
              <a:rPr lang="en-GB" altLang="en-VN" sz="1800" b="1" dirty="0"/>
              <a:t>integer</a:t>
            </a:r>
            <a:r>
              <a:rPr lang="en-GB" altLang="en-VN" sz="180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dirty="0"/>
              <a:t>	</a:t>
            </a:r>
            <a:r>
              <a:rPr lang="en-GB" altLang="en-VN" sz="1800" b="1" dirty="0"/>
              <a:t>begin</a:t>
            </a:r>
            <a:r>
              <a:rPr lang="en-GB" altLang="en-VN" sz="1800" dirty="0"/>
              <a:t> …</a:t>
            </a:r>
            <a:r>
              <a:rPr lang="en-GB" altLang="en-VN" sz="1800" b="1" dirty="0"/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VN" sz="1800" b="1" dirty="0"/>
              <a:t>begin … end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VN" sz="2000" b="1" dirty="0"/>
          </a:p>
        </p:txBody>
      </p:sp>
      <p:sp>
        <p:nvSpPr>
          <p:cNvPr id="271365" name="Rectangle 5">
            <a:extLst>
              <a:ext uri="{FF2B5EF4-FFF2-40B4-BE49-F238E27FC236}">
                <a16:creationId xmlns:a16="http://schemas.microsoft.com/office/drawing/2014/main" id="{5AC54B98-44A9-7B8F-2ECD-692264A62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70225"/>
            <a:ext cx="1266825" cy="34829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5126250E-8739-CF41-24E1-B5D08E35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536825"/>
            <a:ext cx="1993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Symbol Table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11B57C5A-047E-F27C-403A-DDC7B26F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375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6CA7E25-6696-9DB9-82D6-C7E291CF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DF299AA6-C093-C65C-6FBC-70F51CA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846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8597F98E-395A-7740-0330-3767616FE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037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997F2F02-3712-FFCE-96A4-73DCB5C0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6085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057B426B-FB8B-8D12-2F1A-543F9180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990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E3248424-8DFC-2B83-BDA9-2CC28147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81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74" name="Rectangle 14">
            <a:extLst>
              <a:ext uri="{FF2B5EF4-FFF2-40B4-BE49-F238E27FC236}">
                <a16:creationId xmlns:a16="http://schemas.microsoft.com/office/drawing/2014/main" id="{B5044AC2-DD89-F326-D6D6-2036600D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75025"/>
            <a:ext cx="1290637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Y | char|1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D13EB620-7A61-8F04-DB71-BA2E7825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79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76" name="Rectangle 16">
            <a:extLst>
              <a:ext uri="{FF2B5EF4-FFF2-40B4-BE49-F238E27FC236}">
                <a16:creationId xmlns:a16="http://schemas.microsoft.com/office/drawing/2014/main" id="{5ED9DF65-949C-7E5E-43D3-E9CD24A8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576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dirty="0">
                <a:solidFill>
                  <a:schemeClr val="bg1"/>
                </a:solidFill>
                <a:latin typeface="Tahoma" panose="020B0604030504040204" pitchFamily="34" charset="0"/>
              </a:rPr>
              <a:t>Z | char |2</a:t>
            </a:r>
          </a:p>
        </p:txBody>
      </p:sp>
      <p:sp>
        <p:nvSpPr>
          <p:cNvPr id="271377" name="Rectangle 17">
            <a:extLst>
              <a:ext uri="{FF2B5EF4-FFF2-40B4-BE49-F238E27FC236}">
                <a16:creationId xmlns:a16="http://schemas.microsoft.com/office/drawing/2014/main" id="{D0FDC972-DF94-5086-3987-92F2B073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2438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78" name="Text Box 18">
            <a:extLst>
              <a:ext uri="{FF2B5EF4-FFF2-40B4-BE49-F238E27FC236}">
                <a16:creationId xmlns:a16="http://schemas.microsoft.com/office/drawing/2014/main" id="{B8CA8754-FFAD-CBDF-B186-9919B5849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2536825"/>
            <a:ext cx="191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rgbClr val="CC3300"/>
                </a:solidFill>
                <a:latin typeface="Tahoma" panose="020B0604030504040204" pitchFamily="34" charset="0"/>
              </a:rPr>
              <a:t>Scope Stack</a:t>
            </a:r>
          </a:p>
        </p:txBody>
      </p:sp>
      <p:sp>
        <p:nvSpPr>
          <p:cNvPr id="271379" name="Text Box 19">
            <a:extLst>
              <a:ext uri="{FF2B5EF4-FFF2-40B4-BE49-F238E27FC236}">
                <a16:creationId xmlns:a16="http://schemas.microsoft.com/office/drawing/2014/main" id="{37289A3F-25B2-BEE3-EBA0-21442779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375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0" name="Text Box 20">
            <a:extLst>
              <a:ext uri="{FF2B5EF4-FFF2-40B4-BE49-F238E27FC236}">
                <a16:creationId xmlns:a16="http://schemas.microsoft.com/office/drawing/2014/main" id="{9D5E5A92-8010-71C3-4B1C-62B9C748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9846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1" name="Text Box 21">
            <a:extLst>
              <a:ext uri="{FF2B5EF4-FFF2-40B4-BE49-F238E27FC236}">
                <a16:creationId xmlns:a16="http://schemas.microsoft.com/office/drawing/2014/main" id="{55EE27C9-7E58-C188-FC08-55746B250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2894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5D586185-4718-0FCF-2289-B7753860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5942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6E4A8CB7-3F85-C6D1-B564-38F84981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8990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4" name="Text Box 24">
            <a:extLst>
              <a:ext uri="{FF2B5EF4-FFF2-40B4-BE49-F238E27FC236}">
                <a16:creationId xmlns:a16="http://schemas.microsoft.com/office/drawing/2014/main" id="{7E259707-02EC-7364-9477-00A1A876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5203825"/>
            <a:ext cx="352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385" name="Rectangle 25">
            <a:extLst>
              <a:ext uri="{FF2B5EF4-FFF2-40B4-BE49-F238E27FC236}">
                <a16:creationId xmlns:a16="http://schemas.microsoft.com/office/drawing/2014/main" id="{BFC9D4CD-891A-ED99-EE0D-565BB6C9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070225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  <p:sp>
        <p:nvSpPr>
          <p:cNvPr id="271386" name="Line 26">
            <a:extLst>
              <a:ext uri="{FF2B5EF4-FFF2-40B4-BE49-F238E27FC236}">
                <a16:creationId xmlns:a16="http://schemas.microsoft.com/office/drawing/2014/main" id="{51DA69F2-EBE7-642A-D26C-9135FA83D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3968750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7" name="Line 27">
            <a:extLst>
              <a:ext uri="{FF2B5EF4-FFF2-40B4-BE49-F238E27FC236}">
                <a16:creationId xmlns:a16="http://schemas.microsoft.com/office/drawing/2014/main" id="{8CEC2375-D56D-2E8B-0282-DB48D07D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6798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8" name="Line 28">
            <a:extLst>
              <a:ext uri="{FF2B5EF4-FFF2-40B4-BE49-F238E27FC236}">
                <a16:creationId xmlns:a16="http://schemas.microsoft.com/office/drawing/2014/main" id="{ECC609F6-A5F9-4D2A-42D9-211501793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3375025"/>
            <a:ext cx="105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89" name="Line 29">
            <a:extLst>
              <a:ext uri="{FF2B5EF4-FFF2-40B4-BE49-F238E27FC236}">
                <a16:creationId xmlns:a16="http://schemas.microsoft.com/office/drawing/2014/main" id="{9C4E4AAC-BEBE-2CAD-541E-8B193A268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3222625"/>
            <a:ext cx="119538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oval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0" name="Text Box 30">
            <a:extLst>
              <a:ext uri="{FF2B5EF4-FFF2-40B4-BE49-F238E27FC236}">
                <a16:creationId xmlns:a16="http://schemas.microsoft.com/office/drawing/2014/main" id="{3AC8F8E2-679E-BEA6-6A19-A7436AF8C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1" name="Text Box 31">
            <a:extLst>
              <a:ext uri="{FF2B5EF4-FFF2-40B4-BE49-F238E27FC236}">
                <a16:creationId xmlns:a16="http://schemas.microsoft.com/office/drawing/2014/main" id="{7152D689-12B4-EF24-337B-D6698DF0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894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2" name="Text Box 32">
            <a:extLst>
              <a:ext uri="{FF2B5EF4-FFF2-40B4-BE49-F238E27FC236}">
                <a16:creationId xmlns:a16="http://schemas.microsoft.com/office/drawing/2014/main" id="{03486290-0C29-BD73-F22C-16A8AD53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970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393" name="Rectangle 33">
            <a:extLst>
              <a:ext uri="{FF2B5EF4-FFF2-40B4-BE49-F238E27FC236}">
                <a16:creationId xmlns:a16="http://schemas.microsoft.com/office/drawing/2014/main" id="{48A0F9A1-3690-6A8D-3CCA-7A0C807B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0338"/>
            <a:ext cx="1676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 sz="1400" dirty="0">
                <a:solidFill>
                  <a:schemeClr val="bg1"/>
                </a:solidFill>
                <a:latin typeface="Tahoma" panose="020B0604030504040204" pitchFamily="34" charset="0"/>
              </a:rPr>
              <a:t>Sub1 | void -&gt; void</a:t>
            </a:r>
          </a:p>
        </p:txBody>
      </p:sp>
      <p:sp>
        <p:nvSpPr>
          <p:cNvPr id="271394" name="Line 34">
            <a:extLst>
              <a:ext uri="{FF2B5EF4-FFF2-40B4-BE49-F238E27FC236}">
                <a16:creationId xmlns:a16="http://schemas.microsoft.com/office/drawing/2014/main" id="{0557A1D4-24BF-1808-3C65-178027730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4275138"/>
            <a:ext cx="985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VN"/>
          </a:p>
        </p:txBody>
      </p:sp>
      <p:sp>
        <p:nvSpPr>
          <p:cNvPr id="271395" name="Rectangle 35">
            <a:extLst>
              <a:ext uri="{FF2B5EF4-FFF2-40B4-BE49-F238E27FC236}">
                <a16:creationId xmlns:a16="http://schemas.microsoft.com/office/drawing/2014/main" id="{67AD48ED-F9FE-DCE1-165B-2D2CDD91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48000"/>
            <a:ext cx="1295400" cy="304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X | char|0</a:t>
            </a:r>
          </a:p>
        </p:txBody>
      </p:sp>
      <p:sp>
        <p:nvSpPr>
          <p:cNvPr id="271396" name="Text Box 36">
            <a:extLst>
              <a:ext uri="{FF2B5EF4-FFF2-40B4-BE49-F238E27FC236}">
                <a16:creationId xmlns:a16="http://schemas.microsoft.com/office/drawing/2014/main" id="{B9345E79-6630-6628-8B7C-064F0818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5656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1" name="Text Box 41">
            <a:extLst>
              <a:ext uri="{FF2B5EF4-FFF2-40B4-BE49-F238E27FC236}">
                <a16:creationId xmlns:a16="http://schemas.microsoft.com/office/drawing/2014/main" id="{48041F20-5044-04A4-BCCA-D0D551A7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847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2" name="Text Box 42">
            <a:extLst>
              <a:ext uri="{FF2B5EF4-FFF2-40B4-BE49-F238E27FC236}">
                <a16:creationId xmlns:a16="http://schemas.microsoft.com/office/drawing/2014/main" id="{224C3F8E-E7F4-0DD9-1424-00EE5D56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3" name="Text Box 43">
            <a:extLst>
              <a:ext uri="{FF2B5EF4-FFF2-40B4-BE49-F238E27FC236}">
                <a16:creationId xmlns:a16="http://schemas.microsoft.com/office/drawing/2014/main" id="{2DBAAA95-C395-3ABD-937C-5894F590C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704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6" name="Text Box 46">
            <a:extLst>
              <a:ext uri="{FF2B5EF4-FFF2-40B4-BE49-F238E27FC236}">
                <a16:creationId xmlns:a16="http://schemas.microsoft.com/office/drawing/2014/main" id="{9A7D7BB3-3EF5-5594-90C9-626A5B451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03825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07" name="Text Box 47">
            <a:extLst>
              <a:ext uri="{FF2B5EF4-FFF2-40B4-BE49-F238E27FC236}">
                <a16:creationId xmlns:a16="http://schemas.microsoft.com/office/drawing/2014/main" id="{6541F162-DABC-F0E5-05D5-DC0EBC3F8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895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0" name="Text Box 50">
            <a:extLst>
              <a:ext uri="{FF2B5EF4-FFF2-40B4-BE49-F238E27FC236}">
                <a16:creationId xmlns:a16="http://schemas.microsoft.com/office/drawing/2014/main" id="{29BFCD1F-A894-C754-27DC-8BB3AB7D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943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71411" name="Text Box 51">
            <a:extLst>
              <a:ext uri="{FF2B5EF4-FFF2-40B4-BE49-F238E27FC236}">
                <a16:creationId xmlns:a16="http://schemas.microsoft.com/office/drawing/2014/main" id="{BD7915B2-AB80-9D97-488A-9DBFC84E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80050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2" name="Text Box 52">
            <a:extLst>
              <a:ext uri="{FF2B5EF4-FFF2-40B4-BE49-F238E27FC236}">
                <a16:creationId xmlns:a16="http://schemas.microsoft.com/office/drawing/2014/main" id="{18D14FB4-DAF5-DFC1-E284-7AE220CE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3" name="Text Box 53">
            <a:extLst>
              <a:ext uri="{FF2B5EF4-FFF2-40B4-BE49-F238E27FC236}">
                <a16:creationId xmlns:a16="http://schemas.microsoft.com/office/drawing/2014/main" id="{E5623504-24BE-ABF3-20D4-46297D82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46576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VN">
                <a:solidFill>
                  <a:schemeClr val="bg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71416" name="Rectangle 56">
            <a:extLst>
              <a:ext uri="{FF2B5EF4-FFF2-40B4-BE49-F238E27FC236}">
                <a16:creationId xmlns:a16="http://schemas.microsoft.com/office/drawing/2014/main" id="{58715D2F-3ACB-CF76-D88D-2E97CE2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3360738"/>
            <a:ext cx="1266825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3825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27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0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27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27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0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27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27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500" fill="hold"/>
                                        <p:tgtEl>
                                          <p:spTgt spid="27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000" fill="hold"/>
                                        <p:tgtEl>
                                          <p:spTgt spid="27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000" fill="hold"/>
                                        <p:tgtEl>
                                          <p:spTgt spid="271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271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27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4" grpId="0" animBg="1"/>
      <p:bldP spid="271376" grpId="0" animBg="1"/>
      <p:bldP spid="271393" grpId="0" animBg="1"/>
      <p:bldP spid="271395" grpId="0" animBg="1"/>
    </p:bldLst>
  </p:timing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2510</TotalTime>
  <Words>1690</Words>
  <Application>Microsoft Office PowerPoint</Application>
  <PresentationFormat>On-screen Show (4:3)</PresentationFormat>
  <Paragraphs>529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Tahoma</vt:lpstr>
      <vt:lpstr>Times New Roman</vt:lpstr>
      <vt:lpstr>Wingdings</vt:lpstr>
      <vt:lpstr>Capsules</vt:lpstr>
      <vt:lpstr>Symbol Table Prologue to Assignment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MingMingLaoshi</dc:creator>
  <cp:lastModifiedBy>Cong Nguyen</cp:lastModifiedBy>
  <cp:revision>36</cp:revision>
  <cp:lastPrinted>1601-01-01T00:00:00Z</cp:lastPrinted>
  <dcterms:created xsi:type="dcterms:W3CDTF">2008-08-28T03:06:18Z</dcterms:created>
  <dcterms:modified xsi:type="dcterms:W3CDTF">2025-04-15T06:11:35Z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