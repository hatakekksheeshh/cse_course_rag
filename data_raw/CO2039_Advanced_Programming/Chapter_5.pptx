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3"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781800" cy="99187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38463" cy="4953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1750" y="0"/>
            <a:ext cx="2938463" cy="4953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7863" y="4711700"/>
            <a:ext cx="5426075" cy="44624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1813"/>
            <a:ext cx="2938463" cy="4953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1750" y="9421813"/>
            <a:ext cx="2938463" cy="4953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84" name="Google Shape;1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91" name="Google Shape;19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13" name="Google Shape;21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7:notes"/>
          <p:cNvSpPr txBox="1">
            <a:spLocks noGrp="1"/>
          </p:cNvSpPr>
          <p:nvPr>
            <p:ph type="body" idx="1"/>
          </p:nvPr>
        </p:nvSpPr>
        <p:spPr>
          <a:xfrm>
            <a:off x="677863" y="4711700"/>
            <a:ext cx="5426075" cy="446246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7: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29709612e3_2_1: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8" name="Google Shape;228;g329709612e3_2_1: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2885e2a979_1_0: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5" name="Google Shape;235;g32885e2a979_1_0: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2885e2a979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42" name="Google Shape;242;g32885e2a979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29709612e3_2_30: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9" name="Google Shape;249;g329709612e3_2_30: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29709612e3_2_55: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6" name="Google Shape;256;g329709612e3_2_55: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3275d50d3c_0_106: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The </a:t>
            </a:r>
            <a:r>
              <a:rPr lang="en-US" b="1"/>
              <a:t>Singleton</a:t>
            </a:r>
            <a:r>
              <a:rPr lang="en-US"/>
              <a:t> class declares the static method </a:t>
            </a:r>
            <a:r>
              <a:rPr lang="en-US">
                <a:latin typeface="Courier New"/>
                <a:ea typeface="Courier New"/>
                <a:cs typeface="Courier New"/>
                <a:sym typeface="Courier New"/>
              </a:rPr>
              <a:t>getInstance</a:t>
            </a:r>
            <a:r>
              <a:rPr lang="en-US"/>
              <a:t> that returns the same instance of its own class.</a:t>
            </a:r>
            <a:endParaRPr/>
          </a:p>
          <a:p>
            <a:pPr marL="0" lvl="0" indent="0" algn="l" rtl="0">
              <a:spcBef>
                <a:spcPts val="360"/>
              </a:spcBef>
              <a:spcAft>
                <a:spcPts val="0"/>
              </a:spcAft>
              <a:buNone/>
            </a:pPr>
            <a:r>
              <a:rPr lang="en-US"/>
              <a:t>The Singleton’s constructor should be hidden from the client code. Calling the </a:t>
            </a:r>
            <a:r>
              <a:rPr lang="en-US">
                <a:latin typeface="Courier New"/>
                <a:ea typeface="Courier New"/>
                <a:cs typeface="Courier New"/>
                <a:sym typeface="Courier New"/>
              </a:rPr>
              <a:t>getInstance</a:t>
            </a:r>
            <a:r>
              <a:rPr lang="en-US"/>
              <a:t> method should be the only way of getting the Singleton object.</a:t>
            </a:r>
            <a:endParaRPr/>
          </a:p>
        </p:txBody>
      </p:sp>
      <p:sp>
        <p:nvSpPr>
          <p:cNvPr id="263" name="Google Shape;263;g33275d50d3c_0_106: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3275d50d3c_0_5: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0" name="Google Shape;270;g33275d50d3c_0_5: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3275d50d3c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77" name="Google Shape;277;g33275d50d3c_0_1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3275d50d3c_0_11: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4" name="Google Shape;284;g33275d50d3c_0_11: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3275d50d3c_0_25: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2" name="Google Shape;292;g33275d50d3c_0_25: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3275d50d3c_0_113: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457200" lvl="0" indent="-298450" algn="l" rtl="0">
              <a:spcBef>
                <a:spcPts val="360"/>
              </a:spcBef>
              <a:spcAft>
                <a:spcPts val="0"/>
              </a:spcAft>
              <a:buClr>
                <a:schemeClr val="dk1"/>
              </a:buClr>
              <a:buSzPts val="1100"/>
              <a:buAutoNum type="arabicPeriod"/>
            </a:pPr>
            <a:r>
              <a:rPr lang="en-US" sz="1100"/>
              <a:t>The </a:t>
            </a:r>
            <a:r>
              <a:rPr lang="en-US" sz="1100" b="1"/>
              <a:t>Client</a:t>
            </a:r>
            <a:r>
              <a:rPr lang="en-US" sz="1100"/>
              <a:t> is a class that contains the existing business logic of the program.</a:t>
            </a:r>
            <a:endParaRPr sz="1100"/>
          </a:p>
          <a:p>
            <a:pPr marL="457200" lvl="0" indent="-298450" algn="l" rtl="0">
              <a:spcBef>
                <a:spcPts val="0"/>
              </a:spcBef>
              <a:spcAft>
                <a:spcPts val="0"/>
              </a:spcAft>
              <a:buClr>
                <a:schemeClr val="dk1"/>
              </a:buClr>
              <a:buSzPts val="1100"/>
              <a:buAutoNum type="arabicPeriod"/>
            </a:pPr>
            <a:r>
              <a:rPr lang="en-US" sz="1100"/>
              <a:t>The </a:t>
            </a:r>
            <a:r>
              <a:rPr lang="en-US" sz="1100" b="1"/>
              <a:t>Client Interface</a:t>
            </a:r>
            <a:r>
              <a:rPr lang="en-US" sz="1100"/>
              <a:t> describes a protocol that other classes must follow to be able to collaborate with the client code.</a:t>
            </a:r>
            <a:endParaRPr sz="1100"/>
          </a:p>
          <a:p>
            <a:pPr marL="457200" lvl="0" indent="-298450" algn="l" rtl="0">
              <a:spcBef>
                <a:spcPts val="0"/>
              </a:spcBef>
              <a:spcAft>
                <a:spcPts val="0"/>
              </a:spcAft>
              <a:buClr>
                <a:schemeClr val="dk1"/>
              </a:buClr>
              <a:buSzPts val="1100"/>
              <a:buAutoNum type="arabicPeriod"/>
            </a:pPr>
            <a:r>
              <a:rPr lang="en-US" sz="1100"/>
              <a:t>The </a:t>
            </a:r>
            <a:r>
              <a:rPr lang="en-US" sz="1100" b="1"/>
              <a:t>Service</a:t>
            </a:r>
            <a:r>
              <a:rPr lang="en-US" sz="1100"/>
              <a:t> is some useful class (usually 3rd-party or legacy). The client can’t use this class directly because it has an incompatible interface.</a:t>
            </a:r>
            <a:endParaRPr sz="1100"/>
          </a:p>
          <a:p>
            <a:pPr marL="457200" lvl="0" indent="-298450" algn="l" rtl="0">
              <a:spcBef>
                <a:spcPts val="0"/>
              </a:spcBef>
              <a:spcAft>
                <a:spcPts val="0"/>
              </a:spcAft>
              <a:buClr>
                <a:schemeClr val="dk1"/>
              </a:buClr>
              <a:buSzPts val="1100"/>
              <a:buAutoNum type="arabicPeriod"/>
            </a:pPr>
            <a:r>
              <a:rPr lang="en-US" sz="1100"/>
              <a:t>The </a:t>
            </a:r>
            <a:r>
              <a:rPr lang="en-US" sz="1100" b="1"/>
              <a:t>Adapter</a:t>
            </a:r>
            <a:r>
              <a:rPr lang="en-US" sz="1100"/>
              <a:t> is a class that’s able to work with both the client and the service: it implements the client interface, while wrapping the service object. The adapter receives calls from the client via the client interface and translates them into calls to the wrapped service object in a format it can understand.</a:t>
            </a:r>
            <a:endParaRPr sz="1100"/>
          </a:p>
          <a:p>
            <a:pPr marL="457200" lvl="0" indent="-298450" algn="l" rtl="0">
              <a:spcBef>
                <a:spcPts val="0"/>
              </a:spcBef>
              <a:spcAft>
                <a:spcPts val="0"/>
              </a:spcAft>
              <a:buClr>
                <a:schemeClr val="dk1"/>
              </a:buClr>
              <a:buSzPts val="1100"/>
              <a:buAutoNum type="arabicPeriod"/>
            </a:pPr>
            <a:r>
              <a:rPr lang="en-US" sz="1100"/>
              <a:t>The client code doesn’t get coupled to the concrete adapter class as long as it works with the adapter via the client interface. Thanks to this, you can introduce new types of adapters into the program without breaking the existing client code. This can be useful when the interface of the service class gets changed or replaced: you can just create a new adapter class without changing the client code.</a:t>
            </a:r>
            <a:endParaRPr sz="1100"/>
          </a:p>
        </p:txBody>
      </p:sp>
      <p:sp>
        <p:nvSpPr>
          <p:cNvPr id="299" name="Google Shape;299;g33275d50d3c_0_113: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3275d50d3c_0_120: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sz="1100"/>
              <a:t>This implementation uses inheritance: the adapter inherits interfaces from both objects at the same time. Note that this approach can only be implemented in programming languages that support multiple inheritance, such as C++.</a:t>
            </a:r>
            <a:endParaRPr sz="1100"/>
          </a:p>
          <a:p>
            <a:pPr marL="0" lvl="0" indent="0" algn="l" rtl="0">
              <a:spcBef>
                <a:spcPts val="360"/>
              </a:spcBef>
              <a:spcAft>
                <a:spcPts val="0"/>
              </a:spcAft>
              <a:buNone/>
            </a:pPr>
            <a:r>
              <a:rPr lang="en-US" sz="1100"/>
              <a:t>The </a:t>
            </a:r>
            <a:r>
              <a:rPr lang="en-US" sz="1100" b="1"/>
              <a:t>Class Adapter</a:t>
            </a:r>
            <a:r>
              <a:rPr lang="en-US" sz="1100"/>
              <a:t> doesn’t need to wrap any objects because it inherits behaviors from both the client and the service. The adaptation happens within the overridden methods. The resulting adapter can be used in place of an existing client class.</a:t>
            </a:r>
            <a:endParaRPr sz="1100"/>
          </a:p>
        </p:txBody>
      </p:sp>
      <p:sp>
        <p:nvSpPr>
          <p:cNvPr id="306" name="Google Shape;306;g33275d50d3c_0_120: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3275d50d3c_0_59: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3" name="Google Shape;313;g33275d50d3c_0_59: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29709612e3_2_42: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0" name="Google Shape;320;g329709612e3_2_42: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29709612e3_3_6: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8" name="Google Shape;328;g329709612e3_3_6:notes"/>
          <p:cNvSpPr>
            <a:spLocks noGrp="1" noRot="1" noChangeAspect="1"/>
          </p:cNvSpPr>
          <p:nvPr>
            <p:ph type="sldImg" idx="2"/>
          </p:nvPr>
        </p:nvSpPr>
        <p:spPr>
          <a:xfrm>
            <a:off x="85725" y="744538"/>
            <a:ext cx="6610500" cy="3719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3275d50d3c_0_66: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6" name="Google Shape;336;g33275d50d3c_0_66: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3275d50d3c_0_74: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4" name="Google Shape;344;g33275d50d3c_0_74: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275d50d3c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52" name="Google Shape;352;g33275d50d3c_0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3275d50d3c_0_81: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r>
              <a:rPr lang="en-US"/>
              <a:t>Imagine that you have two types of objects: a Customer and a Store. The customer is very interested in a particular brand of product (say, it’s a new model of the iPhone) which should become available in the store very soon.</a:t>
            </a:r>
            <a:endParaRPr/>
          </a:p>
          <a:p>
            <a:pPr marL="0" lvl="0" indent="0" algn="l" rtl="0">
              <a:spcBef>
                <a:spcPts val="360"/>
              </a:spcBef>
              <a:spcAft>
                <a:spcPts val="0"/>
              </a:spcAft>
              <a:buNone/>
            </a:pPr>
            <a:r>
              <a:rPr lang="en-US"/>
              <a:t>The customer could visit the store every day and check product availability. But while the product is still en route, most of these trips would be pointless.</a:t>
            </a:r>
            <a:endParaRPr/>
          </a:p>
          <a:p>
            <a:pPr marL="0" lvl="0" indent="0" algn="l" rtl="0">
              <a:spcBef>
                <a:spcPts val="360"/>
              </a:spcBef>
              <a:spcAft>
                <a:spcPts val="0"/>
              </a:spcAft>
              <a:buNone/>
            </a:pPr>
            <a:r>
              <a:rPr lang="en-US"/>
              <a:t>On the other hand, the store could send tons of emails (which might be considered spam) to all customers each time a new product becomes available. This would save some customers from endless trips to the store. At the same time, it’d upset other customers who aren’t interested in new products.</a:t>
            </a:r>
            <a:endParaRPr/>
          </a:p>
          <a:p>
            <a:pPr marL="0" lvl="0" indent="0" algn="l" rtl="0">
              <a:spcBef>
                <a:spcPts val="360"/>
              </a:spcBef>
              <a:spcAft>
                <a:spcPts val="0"/>
              </a:spcAft>
              <a:buNone/>
            </a:pPr>
            <a:r>
              <a:rPr lang="en-US"/>
              <a:t>It looks like we’ve got a conflict. Either the customer wastes time checking product availability or the store wastes resources notifying the wrong customers.</a:t>
            </a:r>
            <a:endParaRPr/>
          </a:p>
        </p:txBody>
      </p:sp>
      <p:sp>
        <p:nvSpPr>
          <p:cNvPr id="359" name="Google Shape;359;g33275d50d3c_0_81: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3275d50d3c_0_89: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7" name="Google Shape;367;g33275d50d3c_0_89: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3275d50d3c_0_99: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457200" lvl="0" indent="-304800" algn="l" rtl="0">
              <a:spcBef>
                <a:spcPts val="360"/>
              </a:spcBef>
              <a:spcAft>
                <a:spcPts val="0"/>
              </a:spcAft>
              <a:buSzPts val="1200"/>
              <a:buAutoNum type="arabicPeriod"/>
            </a:pPr>
            <a:r>
              <a:rPr lang="en-US"/>
              <a:t>The </a:t>
            </a:r>
            <a:r>
              <a:rPr lang="en-US" b="1"/>
              <a:t>Publisher</a:t>
            </a:r>
            <a:r>
              <a:rPr lang="en-US"/>
              <a:t> issues events of interest to other objects. These events occur when the publisher changes its state or executes some behaviors. Publishers contain a subscription infrastructure that lets new subscribers join and current subscribers leave the list.</a:t>
            </a:r>
            <a:endParaRPr/>
          </a:p>
          <a:p>
            <a:pPr marL="457200" lvl="0" indent="-304800" algn="l" rtl="0">
              <a:spcBef>
                <a:spcPts val="0"/>
              </a:spcBef>
              <a:spcAft>
                <a:spcPts val="0"/>
              </a:spcAft>
              <a:buSzPts val="1200"/>
              <a:buAutoNum type="arabicPeriod"/>
            </a:pPr>
            <a:r>
              <a:rPr lang="en-US"/>
              <a:t>When a new event happens, the publisher goes over the subscription list and calls the notification method declared in the subscriber interface on each subscriber object.</a:t>
            </a:r>
            <a:endParaRPr/>
          </a:p>
          <a:p>
            <a:pPr marL="457200" lvl="0" indent="-304800" algn="l" rtl="0">
              <a:spcBef>
                <a:spcPts val="0"/>
              </a:spcBef>
              <a:spcAft>
                <a:spcPts val="0"/>
              </a:spcAft>
              <a:buSzPts val="1200"/>
              <a:buAutoNum type="arabicPeriod"/>
            </a:pPr>
            <a:r>
              <a:rPr lang="en-US"/>
              <a:t>The </a:t>
            </a:r>
            <a:r>
              <a:rPr lang="en-US" b="1"/>
              <a:t>Subscriber</a:t>
            </a:r>
            <a:r>
              <a:rPr lang="en-US"/>
              <a:t> interface declares the notification interface. In most cases, it consists of a single update method. The method may have several parameters that let the publisher pass some event details along with the update.</a:t>
            </a:r>
            <a:endParaRPr/>
          </a:p>
          <a:p>
            <a:pPr marL="457200" lvl="0" indent="-304800" algn="l" rtl="0">
              <a:spcBef>
                <a:spcPts val="0"/>
              </a:spcBef>
              <a:spcAft>
                <a:spcPts val="0"/>
              </a:spcAft>
              <a:buSzPts val="1200"/>
              <a:buAutoNum type="arabicPeriod"/>
            </a:pPr>
            <a:r>
              <a:rPr lang="en-US" b="1"/>
              <a:t>Concrete Subscribers</a:t>
            </a:r>
            <a:r>
              <a:rPr lang="en-US"/>
              <a:t> perform some actions in response to notifications issued by the publisher. All of these classes must implement the same interface so the publisher isn’t coupled to concrete classes.</a:t>
            </a:r>
            <a:endParaRPr/>
          </a:p>
          <a:p>
            <a:pPr marL="457200" lvl="0" indent="-304800" algn="l" rtl="0">
              <a:spcBef>
                <a:spcPts val="0"/>
              </a:spcBef>
              <a:spcAft>
                <a:spcPts val="0"/>
              </a:spcAft>
              <a:buSzPts val="1200"/>
              <a:buAutoNum type="arabicPeriod"/>
            </a:pPr>
            <a:r>
              <a:rPr lang="en-US"/>
              <a:t>Usually, subscribers need some contextual information to handle the update correctly. For this reason, publishers often pass some context data as arguments of the notification method. The publisher can pass itself as an argument, letting subscriber fetch any required data directly.</a:t>
            </a:r>
            <a:endParaRPr/>
          </a:p>
          <a:p>
            <a:pPr marL="457200" lvl="0" indent="-304800" algn="l" rtl="0">
              <a:spcBef>
                <a:spcPts val="0"/>
              </a:spcBef>
              <a:spcAft>
                <a:spcPts val="0"/>
              </a:spcAft>
              <a:buSzPts val="1200"/>
              <a:buAutoNum type="arabicPeriod"/>
            </a:pPr>
            <a:r>
              <a:rPr lang="en-US"/>
              <a:t>The </a:t>
            </a:r>
            <a:r>
              <a:rPr lang="en-US" b="1"/>
              <a:t>Client</a:t>
            </a:r>
            <a:r>
              <a:rPr lang="en-US"/>
              <a:t> creates publisher and subscriber objects separately and then registers subscribers for publisher updates.</a:t>
            </a:r>
            <a:endParaRPr/>
          </a:p>
        </p:txBody>
      </p:sp>
      <p:sp>
        <p:nvSpPr>
          <p:cNvPr id="377" name="Google Shape;377;g33275d50d3c_0_99: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3275d50d3c_0_127: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4" name="Google Shape;384;g33275d50d3c_0_127: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2885e2a979_1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91" name="Google Shape;391;g32885e2a979_1_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3275d50d3c_0_137: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8" name="Google Shape;398;g33275d50d3c_0_137: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3275d50d3c_0_157:notes"/>
          <p:cNvSpPr txBox="1">
            <a:spLocks noGrp="1"/>
          </p:cNvSpPr>
          <p:nvPr>
            <p:ph type="body" idx="1"/>
          </p:nvPr>
        </p:nvSpPr>
        <p:spPr>
          <a:xfrm>
            <a:off x="677863" y="4711700"/>
            <a:ext cx="5426100" cy="44625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5" name="Google Shape;405;g33275d50d3c_0_157: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9:notes"/>
          <p:cNvSpPr txBox="1">
            <a:spLocks noGrp="1"/>
          </p:cNvSpPr>
          <p:nvPr>
            <p:ph type="sldNum" idx="12"/>
          </p:nvPr>
        </p:nvSpPr>
        <p:spPr>
          <a:xfrm>
            <a:off x="3841750" y="9421813"/>
            <a:ext cx="2938463" cy="4953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30</a:t>
            </a:fld>
            <a:endParaRPr sz="1200">
              <a:solidFill>
                <a:schemeClr val="dk1"/>
              </a:solidFill>
              <a:latin typeface="Arial"/>
              <a:ea typeface="Arial"/>
              <a:cs typeface="Arial"/>
              <a:sym typeface="Arial"/>
            </a:endParaRPr>
          </a:p>
        </p:txBody>
      </p:sp>
      <p:sp>
        <p:nvSpPr>
          <p:cNvPr id="412" name="Google Shape;412;p39:notes"/>
          <p:cNvSpPr>
            <a:spLocks noGrp="1" noRot="1" noChangeAspect="1"/>
          </p:cNvSpPr>
          <p:nvPr>
            <p:ph type="sldImg" idx="2"/>
          </p:nvPr>
        </p:nvSpPr>
        <p:spPr>
          <a:xfrm>
            <a:off x="85725" y="744538"/>
            <a:ext cx="6610350" cy="37195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3" name="Google Shape;413;p39:notes"/>
          <p:cNvSpPr txBox="1">
            <a:spLocks noGrp="1"/>
          </p:cNvSpPr>
          <p:nvPr>
            <p:ph type="body" idx="1"/>
          </p:nvPr>
        </p:nvSpPr>
        <p:spPr>
          <a:xfrm>
            <a:off x="677863" y="4711700"/>
            <a:ext cx="5426075" cy="44624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E4E79"/>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17" name="Google Shape;17;p2"/>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chemeClr val="accent1"/>
                </a:solidFill>
                <a:latin typeface="Calibri"/>
                <a:ea typeface="Calibri"/>
                <a:cs typeface="Calibri"/>
                <a:sym typeface="Calibri"/>
              </a:rPr>
              <a:t>ĐẠI HỌC QUỐC GIA THÀNH PHỐ HỒ CHÍ MINH</a:t>
            </a:r>
            <a:endParaRPr/>
          </a:p>
          <a:p>
            <a:pPr marL="0" marR="0" lvl="0" indent="0" algn="ctr" rtl="0">
              <a:spcBef>
                <a:spcPts val="0"/>
              </a:spcBef>
              <a:spcAft>
                <a:spcPts val="0"/>
              </a:spcAft>
              <a:buNone/>
            </a:pPr>
            <a:r>
              <a:rPr lang="en-US" sz="900" b="1" i="0" u="none" strike="noStrike" cap="none">
                <a:solidFill>
                  <a:srgbClr val="1E4E79"/>
                </a:solidFill>
                <a:latin typeface="Calibri"/>
                <a:ea typeface="Calibri"/>
                <a:cs typeface="Calibri"/>
                <a:sym typeface="Calibri"/>
              </a:rPr>
              <a:t>TRƯỜNG ĐẠI HỌC BÁCH KHOA</a:t>
            </a:r>
            <a:endParaRPr sz="900" b="1" i="0" u="none" strike="noStrike" cap="none">
              <a:solidFill>
                <a:srgbClr val="1E4E79"/>
              </a:solidFill>
              <a:latin typeface="Calibri"/>
              <a:ea typeface="Calibri"/>
              <a:cs typeface="Calibri"/>
              <a:sym typeface="Calibri"/>
            </a:endParaRPr>
          </a:p>
        </p:txBody>
      </p:sp>
      <p:pic>
        <p:nvPicPr>
          <p:cNvPr id="18" name="Google Shape;18;p2"/>
          <p:cNvPicPr preferRelativeResize="0"/>
          <p:nvPr/>
        </p:nvPicPr>
        <p:blipFill rotWithShape="1">
          <a:blip r:embed="rId3">
            <a:alphaModFix/>
          </a:blip>
          <a:srcRect/>
          <a:stretch/>
        </p:blipFill>
        <p:spPr>
          <a:xfrm>
            <a:off x="4783448" y="166398"/>
            <a:ext cx="760916" cy="691806"/>
          </a:xfrm>
          <a:prstGeom prst="rect">
            <a:avLst/>
          </a:prstGeom>
          <a:noFill/>
          <a:ln>
            <a:noFill/>
          </a:ln>
        </p:spPr>
      </p:pic>
      <p:pic>
        <p:nvPicPr>
          <p:cNvPr id="19" name="Google Shape;19;p2"/>
          <p:cNvPicPr preferRelativeResize="0"/>
          <p:nvPr/>
        </p:nvPicPr>
        <p:blipFill rotWithShape="1">
          <a:blip r:embed="rId4">
            <a:alphaModFix/>
          </a:blip>
          <a:srcRect/>
          <a:stretch/>
        </p:blipFill>
        <p:spPr>
          <a:xfrm>
            <a:off x="3184564" y="275911"/>
            <a:ext cx="1430753" cy="507860"/>
          </a:xfrm>
          <a:prstGeom prst="rect">
            <a:avLst/>
          </a:prstGeom>
          <a:noFill/>
          <a:ln>
            <a:noFill/>
          </a:ln>
        </p:spPr>
      </p:pic>
      <p:sp>
        <p:nvSpPr>
          <p:cNvPr id="20" name="Google Shape;20;p2"/>
          <p:cNvSpPr/>
          <p:nvPr/>
        </p:nvSpPr>
        <p:spPr>
          <a:xfrm>
            <a:off x="0" y="1815704"/>
            <a:ext cx="1042988" cy="77390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b="0" i="0" u="none" strike="noStrike" cap="none">
              <a:solidFill>
                <a:schemeClr val="dk1"/>
              </a:solidFill>
              <a:latin typeface="Tahoma"/>
              <a:ea typeface="Tahoma"/>
              <a:cs typeface="Tahoma"/>
              <a:sym typeface="Tahoma"/>
            </a:endParaRPr>
          </a:p>
        </p:txBody>
      </p:sp>
      <p:sp>
        <p:nvSpPr>
          <p:cNvPr id="21" name="Google Shape;21;p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1_One column tex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1782650" y="711700"/>
            <a:ext cx="2893200" cy="9045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Clr>
                <a:srgbClr val="1E4E79"/>
              </a:buClr>
              <a:buSzPts val="2600"/>
              <a:buFont typeface="Calibri"/>
              <a:buNone/>
              <a:defRPr sz="26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 name="Google Shape;24;p3"/>
          <p:cNvSpPr txBox="1">
            <a:spLocks noGrp="1"/>
          </p:cNvSpPr>
          <p:nvPr>
            <p:ph type="subTitle" idx="1"/>
          </p:nvPr>
        </p:nvSpPr>
        <p:spPr>
          <a:xfrm>
            <a:off x="1782650" y="1616297"/>
            <a:ext cx="2893200" cy="2815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1200"/>
              <a:buChar char="●"/>
              <a:defRPr/>
            </a:lvl1pPr>
            <a:lvl2pPr lvl="1" algn="ctr">
              <a:lnSpc>
                <a:spcPct val="100000"/>
              </a:lnSpc>
              <a:spcBef>
                <a:spcPts val="0"/>
              </a:spcBef>
              <a:spcAft>
                <a:spcPts val="0"/>
              </a:spcAft>
              <a:buClr>
                <a:srgbClr val="E76A28"/>
              </a:buClr>
              <a:buSzPts val="1200"/>
              <a:buFont typeface="Nunito Light"/>
              <a:buChar char="○"/>
              <a:defRPr/>
            </a:lvl2pPr>
            <a:lvl3pPr lvl="2" algn="ctr">
              <a:lnSpc>
                <a:spcPct val="100000"/>
              </a:lnSpc>
              <a:spcBef>
                <a:spcPts val="0"/>
              </a:spcBef>
              <a:spcAft>
                <a:spcPts val="0"/>
              </a:spcAft>
              <a:buClr>
                <a:srgbClr val="E76A28"/>
              </a:buClr>
              <a:buSzPts val="1200"/>
              <a:buFont typeface="Nunito Light"/>
              <a:buChar char="■"/>
              <a:defRPr/>
            </a:lvl3pPr>
            <a:lvl4pPr lvl="3" algn="ctr">
              <a:lnSpc>
                <a:spcPct val="100000"/>
              </a:lnSpc>
              <a:spcBef>
                <a:spcPts val="0"/>
              </a:spcBef>
              <a:spcAft>
                <a:spcPts val="0"/>
              </a:spcAft>
              <a:buClr>
                <a:srgbClr val="E76A28"/>
              </a:buClr>
              <a:buSzPts val="1200"/>
              <a:buFont typeface="Nunito Light"/>
              <a:buChar char="●"/>
              <a:defRPr/>
            </a:lvl4pPr>
            <a:lvl5pPr lvl="4" algn="ctr">
              <a:lnSpc>
                <a:spcPct val="100000"/>
              </a:lnSpc>
              <a:spcBef>
                <a:spcPts val="0"/>
              </a:spcBef>
              <a:spcAft>
                <a:spcPts val="0"/>
              </a:spcAft>
              <a:buClr>
                <a:srgbClr val="E76A28"/>
              </a:buClr>
              <a:buSzPts val="1200"/>
              <a:buFont typeface="Nunito Light"/>
              <a:buChar char="○"/>
              <a:defRPr/>
            </a:lvl5pPr>
            <a:lvl6pPr lvl="5" algn="ctr">
              <a:lnSpc>
                <a:spcPct val="100000"/>
              </a:lnSpc>
              <a:spcBef>
                <a:spcPts val="0"/>
              </a:spcBef>
              <a:spcAft>
                <a:spcPts val="0"/>
              </a:spcAft>
              <a:buClr>
                <a:srgbClr val="999999"/>
              </a:buClr>
              <a:buSzPts val="1200"/>
              <a:buFont typeface="Nunito Light"/>
              <a:buChar char="■"/>
              <a:defRPr/>
            </a:lvl6pPr>
            <a:lvl7pPr lvl="6" algn="ctr">
              <a:lnSpc>
                <a:spcPct val="100000"/>
              </a:lnSpc>
              <a:spcBef>
                <a:spcPts val="0"/>
              </a:spcBef>
              <a:spcAft>
                <a:spcPts val="0"/>
              </a:spcAft>
              <a:buClr>
                <a:srgbClr val="999999"/>
              </a:buClr>
              <a:buSzPts val="1200"/>
              <a:buFont typeface="Nunito Light"/>
              <a:buChar char="●"/>
              <a:defRPr/>
            </a:lvl7pPr>
            <a:lvl8pPr lvl="7" algn="ctr">
              <a:lnSpc>
                <a:spcPct val="100000"/>
              </a:lnSpc>
              <a:spcBef>
                <a:spcPts val="0"/>
              </a:spcBef>
              <a:spcAft>
                <a:spcPts val="0"/>
              </a:spcAft>
              <a:buClr>
                <a:srgbClr val="999999"/>
              </a:buClr>
              <a:buSzPts val="1200"/>
              <a:buFont typeface="Nunito Light"/>
              <a:buChar char="○"/>
              <a:defRPr/>
            </a:lvl8pPr>
            <a:lvl9pPr lvl="8" algn="ctr">
              <a:lnSpc>
                <a:spcPct val="100000"/>
              </a:lnSpc>
              <a:spcBef>
                <a:spcPts val="0"/>
              </a:spcBef>
              <a:spcAft>
                <a:spcPts val="0"/>
              </a:spcAft>
              <a:buClr>
                <a:srgbClr val="999999"/>
              </a:buClr>
              <a:buSzPts val="1200"/>
              <a:buFont typeface="Nunito Light"/>
              <a:buChar char="■"/>
              <a:defRPr/>
            </a:lvl9pPr>
          </a:lstStyle>
          <a:p>
            <a:endParaRPr/>
          </a:p>
        </p:txBody>
      </p:sp>
      <p:sp>
        <p:nvSpPr>
          <p:cNvPr id="25" name="Google Shape;25;p3"/>
          <p:cNvSpPr>
            <a:spLocks noGrp="1"/>
          </p:cNvSpPr>
          <p:nvPr>
            <p:ph type="pic" idx="2"/>
          </p:nvPr>
        </p:nvSpPr>
        <p:spPr>
          <a:xfrm>
            <a:off x="4752038" y="824113"/>
            <a:ext cx="2787000" cy="3558300"/>
          </a:xfrm>
          <a:prstGeom prst="rect">
            <a:avLst/>
          </a:prstGeom>
          <a:noFill/>
          <a:ln>
            <a:noFill/>
          </a:ln>
        </p:spPr>
      </p:sp>
      <p:sp>
        <p:nvSpPr>
          <p:cNvPr id="26" name="Google Shape;26;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rgbClr val="1E4E79"/>
              </a:buClr>
              <a:buSzPts val="2600"/>
              <a:buFont typeface="Calibri"/>
              <a:buNone/>
              <a:defRPr sz="26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 name="Google Shape;29;p4"/>
          <p:cNvSpPr txBox="1">
            <a:spLocks noGrp="1"/>
          </p:cNvSpPr>
          <p:nvPr>
            <p:ph type="title" idx="2"/>
          </p:nvPr>
        </p:nvSpPr>
        <p:spPr>
          <a:xfrm>
            <a:off x="3177356" y="1199529"/>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0" name="Google Shape;30;p4"/>
          <p:cNvSpPr txBox="1">
            <a:spLocks noGrp="1"/>
          </p:cNvSpPr>
          <p:nvPr>
            <p:ph type="title" idx="3"/>
          </p:nvPr>
        </p:nvSpPr>
        <p:spPr>
          <a:xfrm>
            <a:off x="3177356" y="2902621"/>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1" name="Google Shape;31;p4"/>
          <p:cNvSpPr txBox="1">
            <a:spLocks noGrp="1"/>
          </p:cNvSpPr>
          <p:nvPr>
            <p:ph type="title" idx="4"/>
          </p:nvPr>
        </p:nvSpPr>
        <p:spPr>
          <a:xfrm>
            <a:off x="3177356" y="1767226"/>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2" name="Google Shape;32;p4"/>
          <p:cNvSpPr txBox="1">
            <a:spLocks noGrp="1"/>
          </p:cNvSpPr>
          <p:nvPr>
            <p:ph type="title" idx="5"/>
          </p:nvPr>
        </p:nvSpPr>
        <p:spPr>
          <a:xfrm>
            <a:off x="3177356" y="3470319"/>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3" name="Google Shape;33;p4"/>
          <p:cNvSpPr txBox="1">
            <a:spLocks noGrp="1"/>
          </p:cNvSpPr>
          <p:nvPr>
            <p:ph type="title" idx="6"/>
          </p:nvPr>
        </p:nvSpPr>
        <p:spPr>
          <a:xfrm>
            <a:off x="3177356" y="2334924"/>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4" name="Google Shape;34;p4"/>
          <p:cNvSpPr txBox="1">
            <a:spLocks noGrp="1"/>
          </p:cNvSpPr>
          <p:nvPr>
            <p:ph type="title" idx="7"/>
          </p:nvPr>
        </p:nvSpPr>
        <p:spPr>
          <a:xfrm>
            <a:off x="3177356" y="4038016"/>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3000"/>
              <a:buFont typeface="Raleway ExtraBold"/>
              <a:buNone/>
              <a:defRPr sz="2000">
                <a:solidFill>
                  <a:schemeClr val="lt1"/>
                </a:solidFill>
                <a:latin typeface="Raleway ExtraBold"/>
                <a:ea typeface="Raleway ExtraBold"/>
                <a:cs typeface="Raleway ExtraBold"/>
                <a:sym typeface="Raleway ExtraBold"/>
              </a:defRPr>
            </a:lvl1pPr>
            <a:lvl2pPr lvl="1">
              <a:spcBef>
                <a:spcPts val="0"/>
              </a:spcBef>
              <a:spcAft>
                <a:spcPts val="0"/>
              </a:spcAft>
              <a:buSzPts val="3000"/>
              <a:buFont typeface="Raleway ExtraBold"/>
              <a:buNone/>
              <a:defRPr sz="3000" b="0">
                <a:latin typeface="Raleway ExtraBold"/>
                <a:ea typeface="Raleway ExtraBold"/>
                <a:cs typeface="Raleway ExtraBold"/>
                <a:sym typeface="Raleway ExtraBold"/>
              </a:defRPr>
            </a:lvl2pPr>
            <a:lvl3pPr lvl="2">
              <a:spcBef>
                <a:spcPts val="0"/>
              </a:spcBef>
              <a:spcAft>
                <a:spcPts val="0"/>
              </a:spcAft>
              <a:buSzPts val="3000"/>
              <a:buFont typeface="Raleway ExtraBold"/>
              <a:buNone/>
              <a:defRPr sz="3000" b="0">
                <a:latin typeface="Raleway ExtraBold"/>
                <a:ea typeface="Raleway ExtraBold"/>
                <a:cs typeface="Raleway ExtraBold"/>
                <a:sym typeface="Raleway ExtraBold"/>
              </a:defRPr>
            </a:lvl3pPr>
            <a:lvl4pPr lvl="3">
              <a:spcBef>
                <a:spcPts val="0"/>
              </a:spcBef>
              <a:spcAft>
                <a:spcPts val="0"/>
              </a:spcAft>
              <a:buSzPts val="3000"/>
              <a:buFont typeface="Raleway ExtraBold"/>
              <a:buNone/>
              <a:defRPr sz="3000" b="0">
                <a:latin typeface="Raleway ExtraBold"/>
                <a:ea typeface="Raleway ExtraBold"/>
                <a:cs typeface="Raleway ExtraBold"/>
                <a:sym typeface="Raleway ExtraBold"/>
              </a:defRPr>
            </a:lvl4pPr>
            <a:lvl5pPr lvl="4">
              <a:spcBef>
                <a:spcPts val="0"/>
              </a:spcBef>
              <a:spcAft>
                <a:spcPts val="0"/>
              </a:spcAft>
              <a:buSzPts val="3000"/>
              <a:buFont typeface="Raleway ExtraBold"/>
              <a:buNone/>
              <a:defRPr sz="3000" b="0">
                <a:latin typeface="Raleway ExtraBold"/>
                <a:ea typeface="Raleway ExtraBold"/>
                <a:cs typeface="Raleway ExtraBold"/>
                <a:sym typeface="Raleway ExtraBold"/>
              </a:defRPr>
            </a:lvl5pPr>
            <a:lvl6pPr lvl="5">
              <a:spcBef>
                <a:spcPts val="0"/>
              </a:spcBef>
              <a:spcAft>
                <a:spcPts val="0"/>
              </a:spcAft>
              <a:buSzPts val="3000"/>
              <a:buFont typeface="Raleway ExtraBold"/>
              <a:buNone/>
              <a:defRPr sz="3000" b="0">
                <a:latin typeface="Raleway ExtraBold"/>
                <a:ea typeface="Raleway ExtraBold"/>
                <a:cs typeface="Raleway ExtraBold"/>
                <a:sym typeface="Raleway ExtraBold"/>
              </a:defRPr>
            </a:lvl6pPr>
            <a:lvl7pPr lvl="6">
              <a:spcBef>
                <a:spcPts val="0"/>
              </a:spcBef>
              <a:spcAft>
                <a:spcPts val="0"/>
              </a:spcAft>
              <a:buSzPts val="3000"/>
              <a:buFont typeface="Raleway ExtraBold"/>
              <a:buNone/>
              <a:defRPr sz="3000" b="0">
                <a:latin typeface="Raleway ExtraBold"/>
                <a:ea typeface="Raleway ExtraBold"/>
                <a:cs typeface="Raleway ExtraBold"/>
                <a:sym typeface="Raleway ExtraBold"/>
              </a:defRPr>
            </a:lvl7pPr>
            <a:lvl8pPr lvl="7">
              <a:spcBef>
                <a:spcPts val="0"/>
              </a:spcBef>
              <a:spcAft>
                <a:spcPts val="0"/>
              </a:spcAft>
              <a:buSzPts val="3000"/>
              <a:buFont typeface="Raleway ExtraBold"/>
              <a:buNone/>
              <a:defRPr sz="3000" b="0">
                <a:latin typeface="Raleway ExtraBold"/>
                <a:ea typeface="Raleway ExtraBold"/>
                <a:cs typeface="Raleway ExtraBold"/>
                <a:sym typeface="Raleway ExtraBold"/>
              </a:defRPr>
            </a:lvl8pPr>
            <a:lvl9pPr lvl="8">
              <a:spcBef>
                <a:spcPts val="0"/>
              </a:spcBef>
              <a:spcAft>
                <a:spcPts val="0"/>
              </a:spcAft>
              <a:buSzPts val="3000"/>
              <a:buFont typeface="Raleway ExtraBold"/>
              <a:buNone/>
              <a:defRPr sz="3000" b="0">
                <a:latin typeface="Raleway ExtraBold"/>
                <a:ea typeface="Raleway ExtraBold"/>
                <a:cs typeface="Raleway ExtraBold"/>
                <a:sym typeface="Raleway ExtraBold"/>
              </a:defRPr>
            </a:lvl9pPr>
          </a:lstStyle>
          <a:p>
            <a:endParaRPr/>
          </a:p>
        </p:txBody>
      </p:sp>
      <p:sp>
        <p:nvSpPr>
          <p:cNvPr id="35" name="Google Shape;35;p4"/>
          <p:cNvSpPr txBox="1">
            <a:spLocks noGrp="1"/>
          </p:cNvSpPr>
          <p:nvPr>
            <p:ph type="subTitle" idx="1"/>
          </p:nvPr>
        </p:nvSpPr>
        <p:spPr>
          <a:xfrm>
            <a:off x="4010944" y="1201329"/>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6" name="Google Shape;36;p4"/>
          <p:cNvSpPr txBox="1">
            <a:spLocks noGrp="1"/>
          </p:cNvSpPr>
          <p:nvPr>
            <p:ph type="subTitle" idx="8"/>
          </p:nvPr>
        </p:nvSpPr>
        <p:spPr>
          <a:xfrm>
            <a:off x="4010944" y="1769028"/>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7" name="Google Shape;37;p4"/>
          <p:cNvSpPr txBox="1">
            <a:spLocks noGrp="1"/>
          </p:cNvSpPr>
          <p:nvPr>
            <p:ph type="subTitle" idx="9"/>
          </p:nvPr>
        </p:nvSpPr>
        <p:spPr>
          <a:xfrm>
            <a:off x="4010944" y="2336727"/>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8" name="Google Shape;38;p4"/>
          <p:cNvSpPr txBox="1">
            <a:spLocks noGrp="1"/>
          </p:cNvSpPr>
          <p:nvPr>
            <p:ph type="subTitle" idx="13"/>
          </p:nvPr>
        </p:nvSpPr>
        <p:spPr>
          <a:xfrm>
            <a:off x="4010941" y="2904427"/>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39" name="Google Shape;39;p4"/>
          <p:cNvSpPr txBox="1">
            <a:spLocks noGrp="1"/>
          </p:cNvSpPr>
          <p:nvPr>
            <p:ph type="subTitle" idx="14"/>
          </p:nvPr>
        </p:nvSpPr>
        <p:spPr>
          <a:xfrm>
            <a:off x="4010941" y="3472126"/>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40" name="Google Shape;40;p4"/>
          <p:cNvSpPr txBox="1">
            <a:spLocks noGrp="1"/>
          </p:cNvSpPr>
          <p:nvPr>
            <p:ph type="subTitle" idx="15"/>
          </p:nvPr>
        </p:nvSpPr>
        <p:spPr>
          <a:xfrm>
            <a:off x="4010941" y="4039825"/>
            <a:ext cx="2717700" cy="4902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l">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l">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41" name="Google Shape;41;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2"/>
        <p:cNvGrpSpPr/>
        <p:nvPr/>
      </p:nvGrpSpPr>
      <p:grpSpPr>
        <a:xfrm>
          <a:off x="0" y="0"/>
          <a:ext cx="0" cy="0"/>
          <a:chOff x="0" y="0"/>
          <a:chExt cx="0" cy="0"/>
        </a:xfrm>
      </p:grpSpPr>
      <p:sp>
        <p:nvSpPr>
          <p:cNvPr id="43" name="Google Shape;43;p5"/>
          <p:cNvSpPr txBox="1">
            <a:spLocks noGrp="1"/>
          </p:cNvSpPr>
          <p:nvPr>
            <p:ph type="title"/>
          </p:nvPr>
        </p:nvSpPr>
        <p:spPr>
          <a:xfrm>
            <a:off x="1136800" y="2325725"/>
            <a:ext cx="3653400" cy="989400"/>
          </a:xfrm>
          <a:prstGeom prst="rect">
            <a:avLst/>
          </a:prstGeom>
          <a:noFill/>
          <a:ln>
            <a:noFill/>
          </a:ln>
        </p:spPr>
        <p:txBody>
          <a:bodyPr spcFirstLastPara="1" wrap="square" lIns="91425" tIns="91425" rIns="91425" bIns="91425" anchor="ctr" anchorCtr="0">
            <a:noAutofit/>
          </a:bodyPr>
          <a:lstStyle>
            <a:lvl1pPr lvl="0" algn="l">
              <a:lnSpc>
                <a:spcPct val="90000"/>
              </a:lnSpc>
              <a:spcBef>
                <a:spcPts val="0"/>
              </a:spcBef>
              <a:spcAft>
                <a:spcPts val="0"/>
              </a:spcAft>
              <a:buClr>
                <a:srgbClr val="1E4E79"/>
              </a:buClr>
              <a:buSzPts val="3600"/>
              <a:buFont typeface="Calibri"/>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4" name="Google Shape;44;p5"/>
          <p:cNvSpPr txBox="1">
            <a:spLocks noGrp="1"/>
          </p:cNvSpPr>
          <p:nvPr>
            <p:ph type="title" idx="2"/>
          </p:nvPr>
        </p:nvSpPr>
        <p:spPr>
          <a:xfrm>
            <a:off x="4790350" y="2279800"/>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lvl1pPr lvl="0" algn="ctr">
              <a:lnSpc>
                <a:spcPct val="90000"/>
              </a:lnSpc>
              <a:spcBef>
                <a:spcPts val="0"/>
              </a:spcBef>
              <a:spcAft>
                <a:spcPts val="0"/>
              </a:spcAft>
              <a:buClr>
                <a:schemeClr val="lt1"/>
              </a:buClr>
              <a:buSzPts val="6000"/>
              <a:buFont typeface="Raleway ExtraBold"/>
              <a:buNone/>
              <a:defRPr sz="4900">
                <a:solidFill>
                  <a:schemeClr val="lt1"/>
                </a:solidFill>
                <a:latin typeface="Raleway ExtraBold"/>
                <a:ea typeface="Raleway ExtraBold"/>
                <a:cs typeface="Raleway ExtraBold"/>
                <a:sym typeface="Raleway ExtraBold"/>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endParaRPr/>
          </a:p>
        </p:txBody>
      </p:sp>
      <p:sp>
        <p:nvSpPr>
          <p:cNvPr id="45" name="Google Shape;45;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rgbClr val="1E4E79"/>
              </a:buClr>
              <a:buSzPts val="2600"/>
              <a:buFont typeface="Calibri"/>
              <a:buNone/>
              <a:defRPr/>
            </a:lvl1pPr>
            <a:lvl2pPr lvl="1">
              <a:spcBef>
                <a:spcPts val="0"/>
              </a:spcBef>
              <a:spcAft>
                <a:spcPts val="0"/>
              </a:spcAft>
              <a:buSzPts val="3000"/>
              <a:buFont typeface="Raleway Black"/>
              <a:buNone/>
              <a:defRPr b="0">
                <a:latin typeface="Raleway Black"/>
                <a:ea typeface="Raleway Black"/>
                <a:cs typeface="Raleway Black"/>
                <a:sym typeface="Raleway Black"/>
              </a:defRPr>
            </a:lvl2pPr>
            <a:lvl3pPr lvl="2">
              <a:spcBef>
                <a:spcPts val="0"/>
              </a:spcBef>
              <a:spcAft>
                <a:spcPts val="0"/>
              </a:spcAft>
              <a:buSzPts val="3000"/>
              <a:buFont typeface="Raleway Black"/>
              <a:buNone/>
              <a:defRPr b="0">
                <a:latin typeface="Raleway Black"/>
                <a:ea typeface="Raleway Black"/>
                <a:cs typeface="Raleway Black"/>
                <a:sym typeface="Raleway Black"/>
              </a:defRPr>
            </a:lvl3pPr>
            <a:lvl4pPr lvl="3">
              <a:spcBef>
                <a:spcPts val="0"/>
              </a:spcBef>
              <a:spcAft>
                <a:spcPts val="0"/>
              </a:spcAft>
              <a:buSzPts val="3000"/>
              <a:buFont typeface="Raleway Black"/>
              <a:buNone/>
              <a:defRPr b="0">
                <a:latin typeface="Raleway Black"/>
                <a:ea typeface="Raleway Black"/>
                <a:cs typeface="Raleway Black"/>
                <a:sym typeface="Raleway Black"/>
              </a:defRPr>
            </a:lvl4pPr>
            <a:lvl5pPr lvl="4">
              <a:spcBef>
                <a:spcPts val="0"/>
              </a:spcBef>
              <a:spcAft>
                <a:spcPts val="0"/>
              </a:spcAft>
              <a:buSzPts val="3000"/>
              <a:buFont typeface="Raleway Black"/>
              <a:buNone/>
              <a:defRPr b="0">
                <a:latin typeface="Raleway Black"/>
                <a:ea typeface="Raleway Black"/>
                <a:cs typeface="Raleway Black"/>
                <a:sym typeface="Raleway Black"/>
              </a:defRPr>
            </a:lvl5pPr>
            <a:lvl6pPr lvl="5">
              <a:spcBef>
                <a:spcPts val="0"/>
              </a:spcBef>
              <a:spcAft>
                <a:spcPts val="0"/>
              </a:spcAft>
              <a:buSzPts val="3000"/>
              <a:buFont typeface="Raleway Black"/>
              <a:buNone/>
              <a:defRPr b="0">
                <a:latin typeface="Raleway Black"/>
                <a:ea typeface="Raleway Black"/>
                <a:cs typeface="Raleway Black"/>
                <a:sym typeface="Raleway Black"/>
              </a:defRPr>
            </a:lvl6pPr>
            <a:lvl7pPr lvl="6">
              <a:spcBef>
                <a:spcPts val="0"/>
              </a:spcBef>
              <a:spcAft>
                <a:spcPts val="0"/>
              </a:spcAft>
              <a:buSzPts val="3000"/>
              <a:buFont typeface="Raleway Black"/>
              <a:buNone/>
              <a:defRPr b="0">
                <a:latin typeface="Raleway Black"/>
                <a:ea typeface="Raleway Black"/>
                <a:cs typeface="Raleway Black"/>
                <a:sym typeface="Raleway Black"/>
              </a:defRPr>
            </a:lvl7pPr>
            <a:lvl8pPr lvl="7">
              <a:spcBef>
                <a:spcPts val="0"/>
              </a:spcBef>
              <a:spcAft>
                <a:spcPts val="0"/>
              </a:spcAft>
              <a:buSzPts val="3000"/>
              <a:buFont typeface="Raleway Black"/>
              <a:buNone/>
              <a:defRPr b="0">
                <a:latin typeface="Raleway Black"/>
                <a:ea typeface="Raleway Black"/>
                <a:cs typeface="Raleway Black"/>
                <a:sym typeface="Raleway Black"/>
              </a:defRPr>
            </a:lvl8pPr>
            <a:lvl9pPr lvl="8">
              <a:spcBef>
                <a:spcPts val="0"/>
              </a:spcBef>
              <a:spcAft>
                <a:spcPts val="0"/>
              </a:spcAft>
              <a:buSzPts val="3000"/>
              <a:buFont typeface="Raleway Black"/>
              <a:buNone/>
              <a:defRPr b="0">
                <a:latin typeface="Raleway Black"/>
                <a:ea typeface="Raleway Black"/>
                <a:cs typeface="Raleway Black"/>
                <a:sym typeface="Raleway Black"/>
              </a:defRPr>
            </a:lvl9pPr>
          </a:lstStyle>
          <a:p>
            <a:endParaRPr/>
          </a:p>
        </p:txBody>
      </p:sp>
      <p:sp>
        <p:nvSpPr>
          <p:cNvPr id="48" name="Google Shape;48;p6"/>
          <p:cNvSpPr txBox="1">
            <a:spLocks noGrp="1"/>
          </p:cNvSpPr>
          <p:nvPr>
            <p:ph type="subTitle" idx="1"/>
          </p:nvPr>
        </p:nvSpPr>
        <p:spPr>
          <a:xfrm>
            <a:off x="4861824" y="2438075"/>
            <a:ext cx="2610900" cy="146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Clr>
                <a:schemeClr val="dk1"/>
              </a:buClr>
              <a:buSzPts val="1200"/>
              <a:buNone/>
              <a:defRPr/>
            </a:lvl6pPr>
            <a:lvl7pPr lvl="6" algn="ctr">
              <a:lnSpc>
                <a:spcPct val="100000"/>
              </a:lnSpc>
              <a:spcBef>
                <a:spcPts val="0"/>
              </a:spcBef>
              <a:spcAft>
                <a:spcPts val="0"/>
              </a:spcAft>
              <a:buClr>
                <a:schemeClr val="dk1"/>
              </a:buClr>
              <a:buSzPts val="1200"/>
              <a:buNone/>
              <a:defRPr/>
            </a:lvl7pPr>
            <a:lvl8pPr lvl="7" algn="ctr">
              <a:lnSpc>
                <a:spcPct val="100000"/>
              </a:lnSpc>
              <a:spcBef>
                <a:spcPts val="0"/>
              </a:spcBef>
              <a:spcAft>
                <a:spcPts val="0"/>
              </a:spcAft>
              <a:buClr>
                <a:schemeClr val="dk1"/>
              </a:buClr>
              <a:buSzPts val="1200"/>
              <a:buNone/>
              <a:defRPr/>
            </a:lvl8pPr>
            <a:lvl9pPr lvl="8" algn="ctr">
              <a:lnSpc>
                <a:spcPct val="100000"/>
              </a:lnSpc>
              <a:spcBef>
                <a:spcPts val="0"/>
              </a:spcBef>
              <a:spcAft>
                <a:spcPts val="0"/>
              </a:spcAft>
              <a:buClr>
                <a:schemeClr val="dk1"/>
              </a:buClr>
              <a:buSzPts val="1200"/>
              <a:buNone/>
              <a:defRPr/>
            </a:lvl9pPr>
          </a:lstStyle>
          <a:p>
            <a:endParaRPr/>
          </a:p>
        </p:txBody>
      </p:sp>
      <p:sp>
        <p:nvSpPr>
          <p:cNvPr id="49" name="Google Shape;49;p6"/>
          <p:cNvSpPr txBox="1">
            <a:spLocks noGrp="1"/>
          </p:cNvSpPr>
          <p:nvPr>
            <p:ph type="subTitle" idx="2"/>
          </p:nvPr>
        </p:nvSpPr>
        <p:spPr>
          <a:xfrm>
            <a:off x="1671269" y="2438075"/>
            <a:ext cx="2610900" cy="146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Clr>
                <a:schemeClr val="dk1"/>
              </a:buClr>
              <a:buSzPts val="1200"/>
              <a:buNone/>
              <a:defRPr/>
            </a:lvl6pPr>
            <a:lvl7pPr lvl="6" algn="ctr">
              <a:lnSpc>
                <a:spcPct val="100000"/>
              </a:lnSpc>
              <a:spcBef>
                <a:spcPts val="0"/>
              </a:spcBef>
              <a:spcAft>
                <a:spcPts val="0"/>
              </a:spcAft>
              <a:buClr>
                <a:schemeClr val="dk1"/>
              </a:buClr>
              <a:buSzPts val="1200"/>
              <a:buNone/>
              <a:defRPr/>
            </a:lvl7pPr>
            <a:lvl8pPr lvl="7" algn="ctr">
              <a:lnSpc>
                <a:spcPct val="100000"/>
              </a:lnSpc>
              <a:spcBef>
                <a:spcPts val="0"/>
              </a:spcBef>
              <a:spcAft>
                <a:spcPts val="0"/>
              </a:spcAft>
              <a:buClr>
                <a:schemeClr val="dk1"/>
              </a:buClr>
              <a:buSzPts val="1200"/>
              <a:buNone/>
              <a:defRPr/>
            </a:lvl8pPr>
            <a:lvl9pPr lvl="8" algn="ctr">
              <a:lnSpc>
                <a:spcPct val="100000"/>
              </a:lnSpc>
              <a:spcBef>
                <a:spcPts val="0"/>
              </a:spcBef>
              <a:spcAft>
                <a:spcPts val="0"/>
              </a:spcAft>
              <a:buClr>
                <a:schemeClr val="dk1"/>
              </a:buClr>
              <a:buSzPts val="1200"/>
              <a:buNone/>
              <a:defRPr/>
            </a:lvl9pPr>
          </a:lstStyle>
          <a:p>
            <a:endParaRPr/>
          </a:p>
        </p:txBody>
      </p:sp>
      <p:sp>
        <p:nvSpPr>
          <p:cNvPr id="50" name="Google Shape;50;p6"/>
          <p:cNvSpPr txBox="1">
            <a:spLocks noGrp="1"/>
          </p:cNvSpPr>
          <p:nvPr>
            <p:ph type="subTitle" idx="3"/>
          </p:nvPr>
        </p:nvSpPr>
        <p:spPr>
          <a:xfrm>
            <a:off x="1671269" y="2041650"/>
            <a:ext cx="2610900" cy="4830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51" name="Google Shape;51;p6"/>
          <p:cNvSpPr txBox="1">
            <a:spLocks noGrp="1"/>
          </p:cNvSpPr>
          <p:nvPr>
            <p:ph type="subTitle" idx="4"/>
          </p:nvPr>
        </p:nvSpPr>
        <p:spPr>
          <a:xfrm>
            <a:off x="4861831" y="2041650"/>
            <a:ext cx="2610900" cy="4830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SzPts val="2400"/>
              <a:buFont typeface="Raleway Black"/>
              <a:buNone/>
              <a:defRPr sz="1600">
                <a:solidFill>
                  <a:schemeClr val="dk1"/>
                </a:solidFill>
                <a:latin typeface="Raleway Black"/>
                <a:ea typeface="Raleway Black"/>
                <a:cs typeface="Raleway Black"/>
                <a:sym typeface="Raleway Black"/>
              </a:defRPr>
            </a:lvl1pPr>
            <a:lvl2pPr lvl="1"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2pPr>
            <a:lvl3pPr lvl="2"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3pPr>
            <a:lvl4pPr lvl="3"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4pPr>
            <a:lvl5pPr lvl="4" algn="ctr">
              <a:lnSpc>
                <a:spcPct val="100000"/>
              </a:lnSpc>
              <a:spcBef>
                <a:spcPts val="0"/>
              </a:spcBef>
              <a:spcAft>
                <a:spcPts val="0"/>
              </a:spcAft>
              <a:buSzPts val="2400"/>
              <a:buFont typeface="Raleway Black"/>
              <a:buNone/>
              <a:defRPr sz="2400">
                <a:latin typeface="Raleway Black"/>
                <a:ea typeface="Raleway Black"/>
                <a:cs typeface="Raleway Black"/>
                <a:sym typeface="Raleway Black"/>
              </a:defRPr>
            </a:lvl5pPr>
            <a:lvl6pPr lvl="5"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6pPr>
            <a:lvl7pPr lvl="6"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7pPr>
            <a:lvl8pPr lvl="7"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8pPr>
            <a:lvl9pPr lvl="8" algn="ctr">
              <a:lnSpc>
                <a:spcPct val="100000"/>
              </a:lnSpc>
              <a:spcBef>
                <a:spcPts val="0"/>
              </a:spcBef>
              <a:spcAft>
                <a:spcPts val="0"/>
              </a:spcAft>
              <a:buClr>
                <a:schemeClr val="dk1"/>
              </a:buClr>
              <a:buSzPts val="2400"/>
              <a:buFont typeface="Raleway Black"/>
              <a:buNone/>
              <a:defRPr sz="2400">
                <a:latin typeface="Raleway Black"/>
                <a:ea typeface="Raleway Black"/>
                <a:cs typeface="Raleway Black"/>
                <a:sym typeface="Raleway Black"/>
              </a:defRPr>
            </a:lvl9pPr>
          </a:lstStyle>
          <a:p>
            <a:endParaRPr/>
          </a:p>
        </p:txBody>
      </p:sp>
      <p:sp>
        <p:nvSpPr>
          <p:cNvPr id="52" name="Google Shape;52;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7"/>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E4E79"/>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56" name="Google Shape;56;p7"/>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accent1"/>
                </a:solidFill>
                <a:latin typeface="Calibri"/>
                <a:ea typeface="Calibri"/>
                <a:cs typeface="Calibri"/>
                <a:sym typeface="Calibri"/>
              </a:rPr>
              <a:t>NATIONAL UNIVERSITY OF HO CHI MINH CITY</a:t>
            </a:r>
            <a:endParaRPr/>
          </a:p>
          <a:p>
            <a:pPr marL="0" marR="0" lvl="0" indent="0" algn="ctr" rtl="0">
              <a:spcBef>
                <a:spcPts val="0"/>
              </a:spcBef>
              <a:spcAft>
                <a:spcPts val="0"/>
              </a:spcAft>
              <a:buNone/>
            </a:pPr>
            <a:r>
              <a:rPr lang="en-US" sz="900" b="1">
                <a:solidFill>
                  <a:srgbClr val="1E4E79"/>
                </a:solidFill>
                <a:latin typeface="Calibri"/>
                <a:ea typeface="Calibri"/>
                <a:cs typeface="Calibri"/>
                <a:sym typeface="Calibri"/>
              </a:rPr>
              <a:t>UNIVERSITY OF TECHNOLOGY</a:t>
            </a:r>
            <a:endParaRPr sz="900" b="1">
              <a:solidFill>
                <a:srgbClr val="1E4E79"/>
              </a:solidFill>
              <a:latin typeface="Calibri"/>
              <a:ea typeface="Calibri"/>
              <a:cs typeface="Calibri"/>
              <a:sym typeface="Calibri"/>
            </a:endParaRPr>
          </a:p>
        </p:txBody>
      </p:sp>
      <p:pic>
        <p:nvPicPr>
          <p:cNvPr id="57" name="Google Shape;57;p7"/>
          <p:cNvPicPr preferRelativeResize="0"/>
          <p:nvPr/>
        </p:nvPicPr>
        <p:blipFill rotWithShape="1">
          <a:blip r:embed="rId3">
            <a:alphaModFix/>
          </a:blip>
          <a:srcRect/>
          <a:stretch/>
        </p:blipFill>
        <p:spPr>
          <a:xfrm>
            <a:off x="4809435" y="100723"/>
            <a:ext cx="760916" cy="691806"/>
          </a:xfrm>
          <a:prstGeom prst="rect">
            <a:avLst/>
          </a:prstGeom>
          <a:noFill/>
          <a:ln>
            <a:noFill/>
          </a:ln>
        </p:spPr>
      </p:pic>
      <p:pic>
        <p:nvPicPr>
          <p:cNvPr id="58" name="Google Shape;58;p7"/>
          <p:cNvPicPr preferRelativeResize="0"/>
          <p:nvPr/>
        </p:nvPicPr>
        <p:blipFill rotWithShape="1">
          <a:blip r:embed="rId4">
            <a:alphaModFix/>
          </a:blip>
          <a:srcRect/>
          <a:stretch/>
        </p:blipFill>
        <p:spPr>
          <a:xfrm>
            <a:off x="3073406" y="1"/>
            <a:ext cx="1736028" cy="851299"/>
          </a:xfrm>
          <a:prstGeom prst="rect">
            <a:avLst/>
          </a:prstGeom>
          <a:noFill/>
          <a:ln>
            <a:noFill/>
          </a:ln>
        </p:spPr>
      </p:pic>
      <p:sp>
        <p:nvSpPr>
          <p:cNvPr id="59" name="Google Shape;59;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alphaModFix/>
          </a:blip>
          <a:stretch>
            <a:fillRect/>
          </a:stretch>
        </a:blipFill>
        <a:effectLst/>
      </p:bgPr>
    </p:bg>
    <p:spTree>
      <p:nvGrpSpPr>
        <p:cNvPr id="1" name="Shape 60"/>
        <p:cNvGrpSpPr/>
        <p:nvPr/>
      </p:nvGrpSpPr>
      <p:grpSpPr>
        <a:xfrm>
          <a:off x="0" y="0"/>
          <a:ext cx="0" cy="0"/>
          <a:chOff x="0" y="0"/>
          <a:chExt cx="0" cy="0"/>
        </a:xfrm>
      </p:grpSpPr>
      <p:pic>
        <p:nvPicPr>
          <p:cNvPr id="61" name="Google Shape;61;p8"/>
          <p:cNvPicPr preferRelativeResize="0"/>
          <p:nvPr/>
        </p:nvPicPr>
        <p:blipFill rotWithShape="1">
          <a:blip r:embed="rId3">
            <a:alphaModFix/>
          </a:blip>
          <a:srcRect/>
          <a:stretch/>
        </p:blipFill>
        <p:spPr>
          <a:xfrm>
            <a:off x="0" y="129"/>
            <a:ext cx="9144230" cy="5143372"/>
          </a:xfrm>
          <a:prstGeom prst="rect">
            <a:avLst/>
          </a:prstGeom>
          <a:noFill/>
          <a:ln>
            <a:noFill/>
          </a:ln>
        </p:spPr>
      </p:pic>
      <p:sp>
        <p:nvSpPr>
          <p:cNvPr id="62" name="Google Shape;62;p8"/>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375"/>
              <a:buFont typeface="Calibri"/>
              <a:buNone/>
              <a:defRPr sz="3375">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8"/>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solidFill>
                  <a:schemeClr val="accent4"/>
                </a:solidFill>
              </a:defRPr>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64" name="Google Shape;64;p8"/>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accent1"/>
                </a:solidFill>
                <a:latin typeface="Calibri"/>
                <a:ea typeface="Calibri"/>
                <a:cs typeface="Calibri"/>
                <a:sym typeface="Calibri"/>
              </a:rPr>
              <a:t>ĐẠI HỌC QUỐC GIA THÀNH PHỐ HỒ CHÍ MINH</a:t>
            </a:r>
            <a:endParaRPr/>
          </a:p>
          <a:p>
            <a:pPr marL="0" marR="0" lvl="0" indent="0" algn="ctr" rtl="0">
              <a:spcBef>
                <a:spcPts val="0"/>
              </a:spcBef>
              <a:spcAft>
                <a:spcPts val="0"/>
              </a:spcAft>
              <a:buNone/>
            </a:pPr>
            <a:r>
              <a:rPr lang="en-US" sz="900" b="1">
                <a:solidFill>
                  <a:schemeClr val="lt1"/>
                </a:solidFill>
                <a:latin typeface="Calibri"/>
                <a:ea typeface="Calibri"/>
                <a:cs typeface="Calibri"/>
                <a:sym typeface="Calibri"/>
              </a:rPr>
              <a:t>TRƯỜNG ĐẠI HỌC BÁCH KHOA</a:t>
            </a:r>
            <a:endParaRPr sz="900" b="1">
              <a:solidFill>
                <a:schemeClr val="lt1"/>
              </a:solidFill>
              <a:latin typeface="Calibri"/>
              <a:ea typeface="Calibri"/>
              <a:cs typeface="Calibri"/>
              <a:sym typeface="Calibri"/>
            </a:endParaRPr>
          </a:p>
        </p:txBody>
      </p:sp>
      <p:sp>
        <p:nvSpPr>
          <p:cNvPr id="65" name="Google Shape;65;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Title Slide">
  <p:cSld name="3_Title Slide">
    <p:bg>
      <p:bgPr>
        <a:blipFill>
          <a:blip r:embed="rId2">
            <a:alphaModFix/>
          </a:blip>
          <a:stretch>
            <a:fillRect/>
          </a:stretch>
        </a:blipFill>
        <a:effectLst/>
      </p:bgPr>
    </p:bg>
    <p:spTree>
      <p:nvGrpSpPr>
        <p:cNvPr id="1" name="Shape 66"/>
        <p:cNvGrpSpPr/>
        <p:nvPr/>
      </p:nvGrpSpPr>
      <p:grpSpPr>
        <a:xfrm>
          <a:off x="0" y="0"/>
          <a:ext cx="0" cy="0"/>
          <a:chOff x="0" y="0"/>
          <a:chExt cx="0" cy="0"/>
        </a:xfrm>
      </p:grpSpPr>
      <p:pic>
        <p:nvPicPr>
          <p:cNvPr id="67" name="Google Shape;67;p9"/>
          <p:cNvPicPr preferRelativeResize="0"/>
          <p:nvPr/>
        </p:nvPicPr>
        <p:blipFill rotWithShape="1">
          <a:blip r:embed="rId3">
            <a:alphaModFix/>
          </a:blip>
          <a:srcRect/>
          <a:stretch/>
        </p:blipFill>
        <p:spPr>
          <a:xfrm>
            <a:off x="0" y="129"/>
            <a:ext cx="9144230" cy="5143372"/>
          </a:xfrm>
          <a:prstGeom prst="rect">
            <a:avLst/>
          </a:prstGeom>
          <a:noFill/>
          <a:ln>
            <a:noFill/>
          </a:ln>
        </p:spPr>
      </p:pic>
      <p:sp>
        <p:nvSpPr>
          <p:cNvPr id="68" name="Google Shape;68;p9"/>
          <p:cNvSpPr txBox="1">
            <a:spLocks noGrp="1"/>
          </p:cNvSpPr>
          <p:nvPr>
            <p:ph type="ctrTitle"/>
          </p:nvPr>
        </p:nvSpPr>
        <p:spPr>
          <a:xfrm>
            <a:off x="1143000" y="1538243"/>
            <a:ext cx="6858000" cy="1094229"/>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375"/>
              <a:buFont typeface="Calibri"/>
              <a:buNone/>
              <a:defRPr sz="3375">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563"/>
              </a:spcBef>
              <a:spcAft>
                <a:spcPts val="0"/>
              </a:spcAft>
              <a:buSzPts val="2025"/>
              <a:buNone/>
              <a:defRPr sz="1350">
                <a:solidFill>
                  <a:schemeClr val="accent4"/>
                </a:solidFill>
              </a:defRPr>
            </a:lvl1pPr>
            <a:lvl2pPr lvl="1" algn="ctr">
              <a:lnSpc>
                <a:spcPct val="90000"/>
              </a:lnSpc>
              <a:spcBef>
                <a:spcPts val="281"/>
              </a:spcBef>
              <a:spcAft>
                <a:spcPts val="0"/>
              </a:spcAft>
              <a:buSzPts val="1688"/>
              <a:buNone/>
              <a:defRPr sz="1125"/>
            </a:lvl2pPr>
            <a:lvl3pPr lvl="2" algn="ctr">
              <a:lnSpc>
                <a:spcPct val="90000"/>
              </a:lnSpc>
              <a:spcBef>
                <a:spcPts val="281"/>
              </a:spcBef>
              <a:spcAft>
                <a:spcPts val="0"/>
              </a:spcAft>
              <a:buSzPts val="1520"/>
              <a:buNone/>
              <a:defRPr sz="1013"/>
            </a:lvl3pPr>
            <a:lvl4pPr lvl="3" algn="ctr">
              <a:lnSpc>
                <a:spcPct val="90000"/>
              </a:lnSpc>
              <a:spcBef>
                <a:spcPts val="281"/>
              </a:spcBef>
              <a:spcAft>
                <a:spcPts val="0"/>
              </a:spcAft>
              <a:buSzPts val="1350"/>
              <a:buNone/>
              <a:defRPr sz="900"/>
            </a:lvl4pPr>
            <a:lvl5pPr lvl="4" algn="ctr">
              <a:lnSpc>
                <a:spcPct val="90000"/>
              </a:lnSpc>
              <a:spcBef>
                <a:spcPts val="281"/>
              </a:spcBef>
              <a:spcAft>
                <a:spcPts val="0"/>
              </a:spcAft>
              <a:buSzPts val="1350"/>
              <a:buNone/>
              <a:defRPr sz="900"/>
            </a:lvl5pPr>
            <a:lvl6pPr lvl="5" algn="ctr">
              <a:lnSpc>
                <a:spcPct val="90000"/>
              </a:lnSpc>
              <a:spcBef>
                <a:spcPts val="281"/>
              </a:spcBef>
              <a:spcAft>
                <a:spcPts val="0"/>
              </a:spcAft>
              <a:buClr>
                <a:schemeClr val="dk1"/>
              </a:buClr>
              <a:buSzPts val="900"/>
              <a:buNone/>
              <a:defRPr sz="900"/>
            </a:lvl6pPr>
            <a:lvl7pPr lvl="6" algn="ctr">
              <a:lnSpc>
                <a:spcPct val="90000"/>
              </a:lnSpc>
              <a:spcBef>
                <a:spcPts val="281"/>
              </a:spcBef>
              <a:spcAft>
                <a:spcPts val="0"/>
              </a:spcAft>
              <a:buClr>
                <a:schemeClr val="dk1"/>
              </a:buClr>
              <a:buSzPts val="900"/>
              <a:buNone/>
              <a:defRPr sz="900"/>
            </a:lvl7pPr>
            <a:lvl8pPr lvl="7" algn="ctr">
              <a:lnSpc>
                <a:spcPct val="90000"/>
              </a:lnSpc>
              <a:spcBef>
                <a:spcPts val="281"/>
              </a:spcBef>
              <a:spcAft>
                <a:spcPts val="0"/>
              </a:spcAft>
              <a:buClr>
                <a:schemeClr val="dk1"/>
              </a:buClr>
              <a:buSzPts val="900"/>
              <a:buNone/>
              <a:defRPr sz="900"/>
            </a:lvl8pPr>
            <a:lvl9pPr lvl="8" algn="ctr">
              <a:lnSpc>
                <a:spcPct val="90000"/>
              </a:lnSpc>
              <a:spcBef>
                <a:spcPts val="281"/>
              </a:spcBef>
              <a:spcAft>
                <a:spcPts val="0"/>
              </a:spcAft>
              <a:buClr>
                <a:schemeClr val="dk1"/>
              </a:buClr>
              <a:buSzPts val="900"/>
              <a:buNone/>
              <a:defRPr sz="900"/>
            </a:lvl9pPr>
          </a:lstStyle>
          <a:p>
            <a:endParaRPr/>
          </a:p>
        </p:txBody>
      </p:sp>
      <p:sp>
        <p:nvSpPr>
          <p:cNvPr id="70" name="Google Shape;70;p9"/>
          <p:cNvSpPr txBox="1"/>
          <p:nvPr/>
        </p:nvSpPr>
        <p:spPr>
          <a:xfrm>
            <a:off x="2903435" y="4492952"/>
            <a:ext cx="319826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a:solidFill>
                  <a:schemeClr val="accent1"/>
                </a:solidFill>
                <a:latin typeface="Calibri"/>
                <a:ea typeface="Calibri"/>
                <a:cs typeface="Calibri"/>
                <a:sym typeface="Calibri"/>
              </a:rPr>
              <a:t>NATIONAL UNIVERSITY OF HO CHI MINH CITY</a:t>
            </a:r>
            <a:endParaRPr/>
          </a:p>
          <a:p>
            <a:pPr marL="0" marR="0" lvl="0" indent="0" algn="ctr" rtl="0">
              <a:spcBef>
                <a:spcPts val="0"/>
              </a:spcBef>
              <a:spcAft>
                <a:spcPts val="0"/>
              </a:spcAft>
              <a:buNone/>
            </a:pPr>
            <a:r>
              <a:rPr lang="en-US" sz="900" b="1">
                <a:solidFill>
                  <a:schemeClr val="lt1"/>
                </a:solidFill>
                <a:latin typeface="Calibri"/>
                <a:ea typeface="Calibri"/>
                <a:cs typeface="Calibri"/>
                <a:sym typeface="Calibri"/>
              </a:rPr>
              <a:t>UNIVERSITY OF TECHNOLOGY</a:t>
            </a:r>
            <a:endParaRPr/>
          </a:p>
        </p:txBody>
      </p:sp>
      <p:sp>
        <p:nvSpPr>
          <p:cNvPr id="71" name="Google Shape;71;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0"/>
          <p:cNvSpPr txBox="1">
            <a:spLocks noGrp="1"/>
          </p:cNvSpPr>
          <p:nvPr>
            <p:ph type="body" idx="1"/>
          </p:nvPr>
        </p:nvSpPr>
        <p:spPr>
          <a:xfrm>
            <a:off x="628650" y="1339522"/>
            <a:ext cx="7886700" cy="3263504"/>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75" name="Google Shape;75;p10"/>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0"/>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p:cSld name="Section Header">
    <p:bg>
      <p:bgPr>
        <a:blipFill>
          <a:blip r:embed="rId2">
            <a:alphaModFix/>
          </a:blip>
          <a:stretch>
            <a:fillRect/>
          </a:stretch>
        </a:blipFill>
        <a:effectLst/>
      </p:bgPr>
    </p:bg>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628650" y="1675312"/>
            <a:ext cx="7886700" cy="120770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E4E79"/>
              </a:buClr>
              <a:buSzPts val="3375"/>
              <a:buFont typeface="Calibri"/>
              <a:buNone/>
              <a:defRPr sz="3375"/>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1"/>
          <p:cNvSpPr txBox="1">
            <a:spLocks noGrp="1"/>
          </p:cNvSpPr>
          <p:nvPr>
            <p:ph type="body" idx="1"/>
          </p:nvPr>
        </p:nvSpPr>
        <p:spPr>
          <a:xfrm>
            <a:off x="628650" y="3025719"/>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2025"/>
              <a:buNone/>
              <a:defRPr sz="1350">
                <a:solidFill>
                  <a:srgbClr val="888888"/>
                </a:solidFill>
              </a:defRPr>
            </a:lvl1pPr>
            <a:lvl2pPr marL="914400" lvl="1" indent="-228600" algn="l">
              <a:lnSpc>
                <a:spcPct val="90000"/>
              </a:lnSpc>
              <a:spcBef>
                <a:spcPts val="281"/>
              </a:spcBef>
              <a:spcAft>
                <a:spcPts val="0"/>
              </a:spcAft>
              <a:buSzPts val="1688"/>
              <a:buNone/>
              <a:defRPr sz="1125">
                <a:solidFill>
                  <a:srgbClr val="888888"/>
                </a:solidFill>
              </a:defRPr>
            </a:lvl2pPr>
            <a:lvl3pPr marL="1371600" lvl="2" indent="-228600" algn="l">
              <a:lnSpc>
                <a:spcPct val="90000"/>
              </a:lnSpc>
              <a:spcBef>
                <a:spcPts val="281"/>
              </a:spcBef>
              <a:spcAft>
                <a:spcPts val="0"/>
              </a:spcAft>
              <a:buSzPts val="1520"/>
              <a:buNone/>
              <a:defRPr sz="1013">
                <a:solidFill>
                  <a:srgbClr val="888888"/>
                </a:solidFill>
              </a:defRPr>
            </a:lvl3pPr>
            <a:lvl4pPr marL="1828800" lvl="3" indent="-228600" algn="l">
              <a:lnSpc>
                <a:spcPct val="90000"/>
              </a:lnSpc>
              <a:spcBef>
                <a:spcPts val="281"/>
              </a:spcBef>
              <a:spcAft>
                <a:spcPts val="0"/>
              </a:spcAft>
              <a:buSzPts val="1350"/>
              <a:buNone/>
              <a:defRPr sz="900">
                <a:solidFill>
                  <a:srgbClr val="888888"/>
                </a:solidFill>
              </a:defRPr>
            </a:lvl4pPr>
            <a:lvl5pPr marL="2286000" lvl="4" indent="-228600" algn="l">
              <a:lnSpc>
                <a:spcPct val="90000"/>
              </a:lnSpc>
              <a:spcBef>
                <a:spcPts val="281"/>
              </a:spcBef>
              <a:spcAft>
                <a:spcPts val="0"/>
              </a:spcAft>
              <a:buSzPts val="1350"/>
              <a:buNone/>
              <a:defRPr sz="900">
                <a:solidFill>
                  <a:srgbClr val="888888"/>
                </a:solidFill>
              </a:defRPr>
            </a:lvl5pPr>
            <a:lvl6pPr marL="2743200" lvl="5" indent="-228600" algn="l">
              <a:lnSpc>
                <a:spcPct val="90000"/>
              </a:lnSpc>
              <a:spcBef>
                <a:spcPts val="281"/>
              </a:spcBef>
              <a:spcAft>
                <a:spcPts val="0"/>
              </a:spcAft>
              <a:buClr>
                <a:srgbClr val="888888"/>
              </a:buClr>
              <a:buSzPts val="900"/>
              <a:buNone/>
              <a:defRPr sz="900">
                <a:solidFill>
                  <a:srgbClr val="888888"/>
                </a:solidFill>
              </a:defRPr>
            </a:lvl6pPr>
            <a:lvl7pPr marL="3200400" lvl="6" indent="-228600" algn="l">
              <a:lnSpc>
                <a:spcPct val="90000"/>
              </a:lnSpc>
              <a:spcBef>
                <a:spcPts val="281"/>
              </a:spcBef>
              <a:spcAft>
                <a:spcPts val="0"/>
              </a:spcAft>
              <a:buClr>
                <a:srgbClr val="888888"/>
              </a:buClr>
              <a:buSzPts val="900"/>
              <a:buNone/>
              <a:defRPr sz="900">
                <a:solidFill>
                  <a:srgbClr val="888888"/>
                </a:solidFill>
              </a:defRPr>
            </a:lvl7pPr>
            <a:lvl8pPr marL="3657600" lvl="7" indent="-228600" algn="l">
              <a:lnSpc>
                <a:spcPct val="90000"/>
              </a:lnSpc>
              <a:spcBef>
                <a:spcPts val="281"/>
              </a:spcBef>
              <a:spcAft>
                <a:spcPts val="0"/>
              </a:spcAft>
              <a:buClr>
                <a:srgbClr val="888888"/>
              </a:buClr>
              <a:buSzPts val="900"/>
              <a:buNone/>
              <a:defRPr sz="900">
                <a:solidFill>
                  <a:srgbClr val="888888"/>
                </a:solidFill>
              </a:defRPr>
            </a:lvl8pPr>
            <a:lvl9pPr marL="4114800" lvl="8" indent="-228600" algn="l">
              <a:lnSpc>
                <a:spcPct val="90000"/>
              </a:lnSpc>
              <a:spcBef>
                <a:spcPts val="281"/>
              </a:spcBef>
              <a:spcAft>
                <a:spcPts val="0"/>
              </a:spcAft>
              <a:buClr>
                <a:srgbClr val="888888"/>
              </a:buClr>
              <a:buSzPts val="900"/>
              <a:buNone/>
              <a:defRPr sz="900">
                <a:solidFill>
                  <a:srgbClr val="888888"/>
                </a:solidFill>
              </a:defRPr>
            </a:lvl9pPr>
          </a:lstStyle>
          <a:p>
            <a:endParaRPr/>
          </a:p>
        </p:txBody>
      </p:sp>
      <p:sp>
        <p:nvSpPr>
          <p:cNvPr id="80" name="Google Shape;80;p11"/>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11"/>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1"/>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Section Header">
  <p:cSld name="1_Section Header">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628650" y="1675312"/>
            <a:ext cx="7886700" cy="120770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375"/>
              <a:buFont typeface="Calibri"/>
              <a:buNone/>
              <a:defRPr sz="3375">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2"/>
          <p:cNvSpPr txBox="1">
            <a:spLocks noGrp="1"/>
          </p:cNvSpPr>
          <p:nvPr>
            <p:ph type="body" idx="1"/>
          </p:nvPr>
        </p:nvSpPr>
        <p:spPr>
          <a:xfrm>
            <a:off x="628650" y="3025719"/>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2025"/>
              <a:buNone/>
              <a:defRPr sz="1350">
                <a:solidFill>
                  <a:srgbClr val="FFC000"/>
                </a:solidFill>
              </a:defRPr>
            </a:lvl1pPr>
            <a:lvl2pPr marL="914400" lvl="1" indent="-228600" algn="l">
              <a:lnSpc>
                <a:spcPct val="90000"/>
              </a:lnSpc>
              <a:spcBef>
                <a:spcPts val="281"/>
              </a:spcBef>
              <a:spcAft>
                <a:spcPts val="0"/>
              </a:spcAft>
              <a:buSzPts val="1688"/>
              <a:buNone/>
              <a:defRPr sz="1125">
                <a:solidFill>
                  <a:srgbClr val="888888"/>
                </a:solidFill>
              </a:defRPr>
            </a:lvl2pPr>
            <a:lvl3pPr marL="1371600" lvl="2" indent="-228600" algn="l">
              <a:lnSpc>
                <a:spcPct val="90000"/>
              </a:lnSpc>
              <a:spcBef>
                <a:spcPts val="281"/>
              </a:spcBef>
              <a:spcAft>
                <a:spcPts val="0"/>
              </a:spcAft>
              <a:buSzPts val="1520"/>
              <a:buNone/>
              <a:defRPr sz="1013">
                <a:solidFill>
                  <a:srgbClr val="888888"/>
                </a:solidFill>
              </a:defRPr>
            </a:lvl3pPr>
            <a:lvl4pPr marL="1828800" lvl="3" indent="-228600" algn="l">
              <a:lnSpc>
                <a:spcPct val="90000"/>
              </a:lnSpc>
              <a:spcBef>
                <a:spcPts val="281"/>
              </a:spcBef>
              <a:spcAft>
                <a:spcPts val="0"/>
              </a:spcAft>
              <a:buSzPts val="1350"/>
              <a:buNone/>
              <a:defRPr sz="900">
                <a:solidFill>
                  <a:srgbClr val="888888"/>
                </a:solidFill>
              </a:defRPr>
            </a:lvl4pPr>
            <a:lvl5pPr marL="2286000" lvl="4" indent="-228600" algn="l">
              <a:lnSpc>
                <a:spcPct val="90000"/>
              </a:lnSpc>
              <a:spcBef>
                <a:spcPts val="281"/>
              </a:spcBef>
              <a:spcAft>
                <a:spcPts val="0"/>
              </a:spcAft>
              <a:buSzPts val="1350"/>
              <a:buNone/>
              <a:defRPr sz="900">
                <a:solidFill>
                  <a:srgbClr val="888888"/>
                </a:solidFill>
              </a:defRPr>
            </a:lvl5pPr>
            <a:lvl6pPr marL="2743200" lvl="5" indent="-228600" algn="l">
              <a:lnSpc>
                <a:spcPct val="90000"/>
              </a:lnSpc>
              <a:spcBef>
                <a:spcPts val="281"/>
              </a:spcBef>
              <a:spcAft>
                <a:spcPts val="0"/>
              </a:spcAft>
              <a:buClr>
                <a:srgbClr val="888888"/>
              </a:buClr>
              <a:buSzPts val="900"/>
              <a:buNone/>
              <a:defRPr sz="900">
                <a:solidFill>
                  <a:srgbClr val="888888"/>
                </a:solidFill>
              </a:defRPr>
            </a:lvl6pPr>
            <a:lvl7pPr marL="3200400" lvl="6" indent="-228600" algn="l">
              <a:lnSpc>
                <a:spcPct val="90000"/>
              </a:lnSpc>
              <a:spcBef>
                <a:spcPts val="281"/>
              </a:spcBef>
              <a:spcAft>
                <a:spcPts val="0"/>
              </a:spcAft>
              <a:buClr>
                <a:srgbClr val="888888"/>
              </a:buClr>
              <a:buSzPts val="900"/>
              <a:buNone/>
              <a:defRPr sz="900">
                <a:solidFill>
                  <a:srgbClr val="888888"/>
                </a:solidFill>
              </a:defRPr>
            </a:lvl7pPr>
            <a:lvl8pPr marL="3657600" lvl="7" indent="-228600" algn="l">
              <a:lnSpc>
                <a:spcPct val="90000"/>
              </a:lnSpc>
              <a:spcBef>
                <a:spcPts val="281"/>
              </a:spcBef>
              <a:spcAft>
                <a:spcPts val="0"/>
              </a:spcAft>
              <a:buClr>
                <a:srgbClr val="888888"/>
              </a:buClr>
              <a:buSzPts val="900"/>
              <a:buNone/>
              <a:defRPr sz="900">
                <a:solidFill>
                  <a:srgbClr val="888888"/>
                </a:solidFill>
              </a:defRPr>
            </a:lvl8pPr>
            <a:lvl9pPr marL="4114800" lvl="8" indent="-228600" algn="l">
              <a:lnSpc>
                <a:spcPct val="90000"/>
              </a:lnSpc>
              <a:spcBef>
                <a:spcPts val="281"/>
              </a:spcBef>
              <a:spcAft>
                <a:spcPts val="0"/>
              </a:spcAft>
              <a:buClr>
                <a:srgbClr val="888888"/>
              </a:buClr>
              <a:buSzPts val="900"/>
              <a:buNone/>
              <a:defRPr sz="900">
                <a:solidFill>
                  <a:srgbClr val="888888"/>
                </a:solidFill>
              </a:defRPr>
            </a:lvl9pPr>
          </a:lstStyle>
          <a:p>
            <a:endParaRPr/>
          </a:p>
        </p:txBody>
      </p:sp>
      <p:sp>
        <p:nvSpPr>
          <p:cNvPr id="86" name="Google Shape;86;p12"/>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12"/>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2"/>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3"/>
          <p:cNvSpPr txBox="1">
            <a:spLocks noGrp="1"/>
          </p:cNvSpPr>
          <p:nvPr>
            <p:ph type="body" idx="1"/>
          </p:nvPr>
        </p:nvSpPr>
        <p:spPr>
          <a:xfrm>
            <a:off x="628650" y="1369218"/>
            <a:ext cx="3608615" cy="3263504"/>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92" name="Google Shape;92;p13"/>
          <p:cNvSpPr txBox="1">
            <a:spLocks noGrp="1"/>
          </p:cNvSpPr>
          <p:nvPr>
            <p:ph type="body" idx="2"/>
          </p:nvPr>
        </p:nvSpPr>
        <p:spPr>
          <a:xfrm>
            <a:off x="4913268" y="1369218"/>
            <a:ext cx="3602083" cy="3263504"/>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93" name="Google Shape;93;p13"/>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13"/>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3"/>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cxnSp>
        <p:nvCxnSpPr>
          <p:cNvPr id="96" name="Google Shape;96;p13"/>
          <p:cNvCxnSpPr/>
          <p:nvPr/>
        </p:nvCxnSpPr>
        <p:spPr>
          <a:xfrm>
            <a:off x="4585059" y="1369218"/>
            <a:ext cx="0" cy="3166859"/>
          </a:xfrm>
          <a:prstGeom prst="straightConnector1">
            <a:avLst/>
          </a:prstGeom>
          <a:noFill/>
          <a:ln w="19050" cap="flat" cmpd="sng">
            <a:solidFill>
              <a:srgbClr val="F6F9FC"/>
            </a:solidFill>
            <a:prstDash val="solid"/>
            <a:miter lim="800000"/>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97"/>
        <p:cNvGrpSpPr/>
        <p:nvPr/>
      </p:nvGrpSpPr>
      <p:grpSpPr>
        <a:xfrm>
          <a:off x="0" y="0"/>
          <a:ext cx="0" cy="0"/>
          <a:chOff x="0" y="0"/>
          <a:chExt cx="0" cy="0"/>
        </a:xfrm>
      </p:grpSpPr>
      <p:sp>
        <p:nvSpPr>
          <p:cNvPr id="98" name="Google Shape;98;p14"/>
          <p:cNvSpPr txBox="1">
            <a:spLocks noGrp="1"/>
          </p:cNvSpPr>
          <p:nvPr>
            <p:ph type="body" idx="1"/>
          </p:nvPr>
        </p:nvSpPr>
        <p:spPr>
          <a:xfrm>
            <a:off x="629842" y="408216"/>
            <a:ext cx="3607424" cy="587828"/>
          </a:xfrm>
          <a:prstGeom prst="rect">
            <a:avLst/>
          </a:prstGeom>
          <a:solidFill>
            <a:srgbClr val="1E4E79"/>
          </a:solidFill>
          <a:ln w="12700" cap="flat" cmpd="sng">
            <a:solidFill>
              <a:schemeClr val="accent1"/>
            </a:solidFill>
            <a:prstDash val="solid"/>
            <a:miter lim="800000"/>
            <a:headEnd type="none" w="sm" len="sm"/>
            <a:tailEnd type="none" w="sm" len="sm"/>
          </a:ln>
        </p:spPr>
        <p:txBody>
          <a:bodyPr spcFirstLastPara="1" wrap="square" lIns="91425" tIns="45700" rIns="91425" bIns="45700" anchor="b" anchorCtr="0">
            <a:normAutofit/>
          </a:bodyPr>
          <a:lstStyle>
            <a:lvl1pPr marL="457200" lvl="0" indent="-228600" algn="l">
              <a:lnSpc>
                <a:spcPct val="90000"/>
              </a:lnSpc>
              <a:spcBef>
                <a:spcPts val="563"/>
              </a:spcBef>
              <a:spcAft>
                <a:spcPts val="0"/>
              </a:spcAft>
              <a:buSzPts val="2025"/>
              <a:buNone/>
              <a:defRPr sz="1350" b="1">
                <a:solidFill>
                  <a:schemeClr val="lt1"/>
                </a:solidFill>
              </a:defRPr>
            </a:lvl1pPr>
            <a:lvl2pPr marL="914400" lvl="1" indent="-228600" algn="l">
              <a:lnSpc>
                <a:spcPct val="90000"/>
              </a:lnSpc>
              <a:spcBef>
                <a:spcPts val="281"/>
              </a:spcBef>
              <a:spcAft>
                <a:spcPts val="0"/>
              </a:spcAft>
              <a:buSzPts val="1688"/>
              <a:buNone/>
              <a:defRPr sz="1125" b="1"/>
            </a:lvl2pPr>
            <a:lvl3pPr marL="1371600" lvl="2" indent="-228600" algn="l">
              <a:lnSpc>
                <a:spcPct val="90000"/>
              </a:lnSpc>
              <a:spcBef>
                <a:spcPts val="281"/>
              </a:spcBef>
              <a:spcAft>
                <a:spcPts val="0"/>
              </a:spcAft>
              <a:buSzPts val="1520"/>
              <a:buNone/>
              <a:defRPr sz="1013" b="1"/>
            </a:lvl3pPr>
            <a:lvl4pPr marL="1828800" lvl="3" indent="-228600" algn="l">
              <a:lnSpc>
                <a:spcPct val="90000"/>
              </a:lnSpc>
              <a:spcBef>
                <a:spcPts val="281"/>
              </a:spcBef>
              <a:spcAft>
                <a:spcPts val="0"/>
              </a:spcAft>
              <a:buSzPts val="1350"/>
              <a:buNone/>
              <a:defRPr sz="900" b="1"/>
            </a:lvl4pPr>
            <a:lvl5pPr marL="2286000" lvl="4" indent="-228600" algn="l">
              <a:lnSpc>
                <a:spcPct val="90000"/>
              </a:lnSpc>
              <a:spcBef>
                <a:spcPts val="281"/>
              </a:spcBef>
              <a:spcAft>
                <a:spcPts val="0"/>
              </a:spcAft>
              <a:buSzPts val="1350"/>
              <a:buNone/>
              <a:defRPr sz="900" b="1"/>
            </a:lvl5pPr>
            <a:lvl6pPr marL="2743200" lvl="5" indent="-228600" algn="l">
              <a:lnSpc>
                <a:spcPct val="90000"/>
              </a:lnSpc>
              <a:spcBef>
                <a:spcPts val="281"/>
              </a:spcBef>
              <a:spcAft>
                <a:spcPts val="0"/>
              </a:spcAft>
              <a:buClr>
                <a:schemeClr val="dk1"/>
              </a:buClr>
              <a:buSzPts val="900"/>
              <a:buNone/>
              <a:defRPr sz="900" b="1"/>
            </a:lvl6pPr>
            <a:lvl7pPr marL="3200400" lvl="6" indent="-228600" algn="l">
              <a:lnSpc>
                <a:spcPct val="90000"/>
              </a:lnSpc>
              <a:spcBef>
                <a:spcPts val="281"/>
              </a:spcBef>
              <a:spcAft>
                <a:spcPts val="0"/>
              </a:spcAft>
              <a:buClr>
                <a:schemeClr val="dk1"/>
              </a:buClr>
              <a:buSzPts val="900"/>
              <a:buNone/>
              <a:defRPr sz="900" b="1"/>
            </a:lvl7pPr>
            <a:lvl8pPr marL="3657600" lvl="7" indent="-228600" algn="l">
              <a:lnSpc>
                <a:spcPct val="90000"/>
              </a:lnSpc>
              <a:spcBef>
                <a:spcPts val="281"/>
              </a:spcBef>
              <a:spcAft>
                <a:spcPts val="0"/>
              </a:spcAft>
              <a:buClr>
                <a:schemeClr val="dk1"/>
              </a:buClr>
              <a:buSzPts val="900"/>
              <a:buNone/>
              <a:defRPr sz="900" b="1"/>
            </a:lvl8pPr>
            <a:lvl9pPr marL="4114800" lvl="8" indent="-228600" algn="l">
              <a:lnSpc>
                <a:spcPct val="90000"/>
              </a:lnSpc>
              <a:spcBef>
                <a:spcPts val="281"/>
              </a:spcBef>
              <a:spcAft>
                <a:spcPts val="0"/>
              </a:spcAft>
              <a:buClr>
                <a:schemeClr val="dk1"/>
              </a:buClr>
              <a:buSzPts val="900"/>
              <a:buNone/>
              <a:defRPr sz="900" b="1"/>
            </a:lvl9pPr>
          </a:lstStyle>
          <a:p>
            <a:endParaRPr/>
          </a:p>
        </p:txBody>
      </p:sp>
      <p:sp>
        <p:nvSpPr>
          <p:cNvPr id="99" name="Google Shape;99;p14"/>
          <p:cNvSpPr txBox="1">
            <a:spLocks noGrp="1"/>
          </p:cNvSpPr>
          <p:nvPr>
            <p:ph type="body" idx="2"/>
          </p:nvPr>
        </p:nvSpPr>
        <p:spPr>
          <a:xfrm>
            <a:off x="629842" y="1216478"/>
            <a:ext cx="3607424" cy="3425769"/>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00" name="Google Shape;100;p14"/>
          <p:cNvSpPr txBox="1">
            <a:spLocks noGrp="1"/>
          </p:cNvSpPr>
          <p:nvPr>
            <p:ph type="body" idx="3"/>
          </p:nvPr>
        </p:nvSpPr>
        <p:spPr>
          <a:xfrm>
            <a:off x="4950823" y="408214"/>
            <a:ext cx="3598376" cy="587829"/>
          </a:xfrm>
          <a:prstGeom prst="rect">
            <a:avLst/>
          </a:prstGeom>
          <a:solidFill>
            <a:srgbClr val="1E4E79"/>
          </a:solidFill>
          <a:ln w="12700" cap="flat" cmpd="sng">
            <a:solidFill>
              <a:schemeClr val="accent1"/>
            </a:solidFill>
            <a:prstDash val="solid"/>
            <a:miter lim="800000"/>
            <a:headEnd type="none" w="sm" len="sm"/>
            <a:tailEnd type="none" w="sm" len="sm"/>
          </a:ln>
        </p:spPr>
        <p:txBody>
          <a:bodyPr spcFirstLastPara="1" wrap="square" lIns="91425" tIns="45700" rIns="91425" bIns="45700" anchor="b" anchorCtr="0">
            <a:normAutofit/>
          </a:bodyPr>
          <a:lstStyle>
            <a:lvl1pPr marL="457200" lvl="0" indent="-228600" algn="l">
              <a:lnSpc>
                <a:spcPct val="90000"/>
              </a:lnSpc>
              <a:spcBef>
                <a:spcPts val="563"/>
              </a:spcBef>
              <a:spcAft>
                <a:spcPts val="0"/>
              </a:spcAft>
              <a:buSzPts val="2025"/>
              <a:buNone/>
              <a:defRPr sz="1350" b="1">
                <a:solidFill>
                  <a:schemeClr val="lt1"/>
                </a:solidFill>
              </a:defRPr>
            </a:lvl1pPr>
            <a:lvl2pPr marL="914400" lvl="1" indent="-228600" algn="l">
              <a:lnSpc>
                <a:spcPct val="90000"/>
              </a:lnSpc>
              <a:spcBef>
                <a:spcPts val="281"/>
              </a:spcBef>
              <a:spcAft>
                <a:spcPts val="0"/>
              </a:spcAft>
              <a:buSzPts val="1688"/>
              <a:buNone/>
              <a:defRPr sz="1125" b="1"/>
            </a:lvl2pPr>
            <a:lvl3pPr marL="1371600" lvl="2" indent="-228600" algn="l">
              <a:lnSpc>
                <a:spcPct val="90000"/>
              </a:lnSpc>
              <a:spcBef>
                <a:spcPts val="281"/>
              </a:spcBef>
              <a:spcAft>
                <a:spcPts val="0"/>
              </a:spcAft>
              <a:buSzPts val="1520"/>
              <a:buNone/>
              <a:defRPr sz="1013" b="1"/>
            </a:lvl3pPr>
            <a:lvl4pPr marL="1828800" lvl="3" indent="-228600" algn="l">
              <a:lnSpc>
                <a:spcPct val="90000"/>
              </a:lnSpc>
              <a:spcBef>
                <a:spcPts val="281"/>
              </a:spcBef>
              <a:spcAft>
                <a:spcPts val="0"/>
              </a:spcAft>
              <a:buSzPts val="1350"/>
              <a:buNone/>
              <a:defRPr sz="900" b="1"/>
            </a:lvl4pPr>
            <a:lvl5pPr marL="2286000" lvl="4" indent="-228600" algn="l">
              <a:lnSpc>
                <a:spcPct val="90000"/>
              </a:lnSpc>
              <a:spcBef>
                <a:spcPts val="281"/>
              </a:spcBef>
              <a:spcAft>
                <a:spcPts val="0"/>
              </a:spcAft>
              <a:buSzPts val="1350"/>
              <a:buNone/>
              <a:defRPr sz="900" b="1"/>
            </a:lvl5pPr>
            <a:lvl6pPr marL="2743200" lvl="5" indent="-228600" algn="l">
              <a:lnSpc>
                <a:spcPct val="90000"/>
              </a:lnSpc>
              <a:spcBef>
                <a:spcPts val="281"/>
              </a:spcBef>
              <a:spcAft>
                <a:spcPts val="0"/>
              </a:spcAft>
              <a:buClr>
                <a:schemeClr val="dk1"/>
              </a:buClr>
              <a:buSzPts val="900"/>
              <a:buNone/>
              <a:defRPr sz="900" b="1"/>
            </a:lvl6pPr>
            <a:lvl7pPr marL="3200400" lvl="6" indent="-228600" algn="l">
              <a:lnSpc>
                <a:spcPct val="90000"/>
              </a:lnSpc>
              <a:spcBef>
                <a:spcPts val="281"/>
              </a:spcBef>
              <a:spcAft>
                <a:spcPts val="0"/>
              </a:spcAft>
              <a:buClr>
                <a:schemeClr val="dk1"/>
              </a:buClr>
              <a:buSzPts val="900"/>
              <a:buNone/>
              <a:defRPr sz="900" b="1"/>
            </a:lvl7pPr>
            <a:lvl8pPr marL="3657600" lvl="7" indent="-228600" algn="l">
              <a:lnSpc>
                <a:spcPct val="90000"/>
              </a:lnSpc>
              <a:spcBef>
                <a:spcPts val="281"/>
              </a:spcBef>
              <a:spcAft>
                <a:spcPts val="0"/>
              </a:spcAft>
              <a:buClr>
                <a:schemeClr val="dk1"/>
              </a:buClr>
              <a:buSzPts val="900"/>
              <a:buNone/>
              <a:defRPr sz="900" b="1"/>
            </a:lvl8pPr>
            <a:lvl9pPr marL="4114800" lvl="8" indent="-228600" algn="l">
              <a:lnSpc>
                <a:spcPct val="90000"/>
              </a:lnSpc>
              <a:spcBef>
                <a:spcPts val="281"/>
              </a:spcBef>
              <a:spcAft>
                <a:spcPts val="0"/>
              </a:spcAft>
              <a:buClr>
                <a:schemeClr val="dk1"/>
              </a:buClr>
              <a:buSzPts val="900"/>
              <a:buNone/>
              <a:defRPr sz="900" b="1"/>
            </a:lvl9pPr>
          </a:lstStyle>
          <a:p>
            <a:endParaRPr/>
          </a:p>
        </p:txBody>
      </p:sp>
      <p:sp>
        <p:nvSpPr>
          <p:cNvPr id="101" name="Google Shape;101;p14"/>
          <p:cNvSpPr txBox="1">
            <a:spLocks noGrp="1"/>
          </p:cNvSpPr>
          <p:nvPr>
            <p:ph type="body" idx="4"/>
          </p:nvPr>
        </p:nvSpPr>
        <p:spPr>
          <a:xfrm>
            <a:off x="4918165" y="1216478"/>
            <a:ext cx="3598376" cy="3425769"/>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02" name="Google Shape;102;p14"/>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14"/>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14"/>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cxnSp>
        <p:nvCxnSpPr>
          <p:cNvPr id="105" name="Google Shape;105;p14"/>
          <p:cNvCxnSpPr/>
          <p:nvPr/>
        </p:nvCxnSpPr>
        <p:spPr>
          <a:xfrm>
            <a:off x="4585059" y="408216"/>
            <a:ext cx="0" cy="4127863"/>
          </a:xfrm>
          <a:prstGeom prst="straightConnector1">
            <a:avLst/>
          </a:prstGeom>
          <a:noFill/>
          <a:ln w="19050" cap="flat" cmpd="sng">
            <a:solidFill>
              <a:srgbClr val="F6F9FC"/>
            </a:solidFill>
            <a:prstDash val="solid"/>
            <a:miter lim="800000"/>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5"/>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9" name="Google Shape;109;p15"/>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15"/>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1"/>
        <p:cNvGrpSpPr/>
        <p:nvPr/>
      </p:nvGrpSpPr>
      <p:grpSpPr>
        <a:xfrm>
          <a:off x="0" y="0"/>
          <a:ext cx="0" cy="0"/>
          <a:chOff x="0" y="0"/>
          <a:chExt cx="0" cy="0"/>
        </a:xfrm>
      </p:grpSpPr>
      <p:sp>
        <p:nvSpPr>
          <p:cNvPr id="112" name="Google Shape;112;p16"/>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3" name="Google Shape;113;p16"/>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16"/>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
  <p:cSld name="1_Blank">
    <p:bg>
      <p:bgPr>
        <a:solidFill>
          <a:schemeClr val="lt1"/>
        </a:solidFill>
        <a:effectLst/>
      </p:bgPr>
    </p:bg>
    <p:spTree>
      <p:nvGrpSpPr>
        <p:cNvPr id="1" name="Shape 115"/>
        <p:cNvGrpSpPr/>
        <p:nvPr/>
      </p:nvGrpSpPr>
      <p:grpSpPr>
        <a:xfrm>
          <a:off x="0" y="0"/>
          <a:ext cx="0" cy="0"/>
          <a:chOff x="0" y="0"/>
          <a:chExt cx="0" cy="0"/>
        </a:xfrm>
      </p:grpSpPr>
      <p:sp>
        <p:nvSpPr>
          <p:cNvPr id="116" name="Google Shape;116;p17"/>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17"/>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17"/>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19"/>
        <p:cNvGrpSpPr/>
        <p:nvPr/>
      </p:nvGrpSpPr>
      <p:grpSpPr>
        <a:xfrm>
          <a:off x="0" y="0"/>
          <a:ext cx="0" cy="0"/>
          <a:chOff x="0" y="0"/>
          <a:chExt cx="0" cy="0"/>
        </a:xfrm>
      </p:grpSpPr>
      <p:sp>
        <p:nvSpPr>
          <p:cNvPr id="120" name="Google Shape;120;p18"/>
          <p:cNvSpPr txBox="1">
            <a:spLocks noGrp="1"/>
          </p:cNvSpPr>
          <p:nvPr>
            <p:ph type="body" idx="1"/>
          </p:nvPr>
        </p:nvSpPr>
        <p:spPr>
          <a:xfrm>
            <a:off x="3887391" y="0"/>
            <a:ext cx="5256609" cy="5143500"/>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sz="1800"/>
            </a:lvl1pPr>
            <a:lvl2pPr marL="914400" lvl="1" indent="-378618" algn="l">
              <a:lnSpc>
                <a:spcPct val="90000"/>
              </a:lnSpc>
              <a:spcBef>
                <a:spcPts val="281"/>
              </a:spcBef>
              <a:spcAft>
                <a:spcPts val="0"/>
              </a:spcAft>
              <a:buSzPts val="2363"/>
              <a:buChar char="•"/>
              <a:defRPr sz="1575"/>
            </a:lvl2pPr>
            <a:lvl3pPr marL="1371600" lvl="2" indent="-357187" algn="l">
              <a:lnSpc>
                <a:spcPct val="90000"/>
              </a:lnSpc>
              <a:spcBef>
                <a:spcPts val="281"/>
              </a:spcBef>
              <a:spcAft>
                <a:spcPts val="0"/>
              </a:spcAft>
              <a:buSzPts val="2025"/>
              <a:buChar char="•"/>
              <a:defRPr sz="1350"/>
            </a:lvl3pPr>
            <a:lvl4pPr marL="1828800" lvl="3" indent="-335756" algn="l">
              <a:lnSpc>
                <a:spcPct val="90000"/>
              </a:lnSpc>
              <a:spcBef>
                <a:spcPts val="281"/>
              </a:spcBef>
              <a:spcAft>
                <a:spcPts val="0"/>
              </a:spcAft>
              <a:buSzPts val="1688"/>
              <a:buChar char="•"/>
              <a:defRPr sz="1125"/>
            </a:lvl4pPr>
            <a:lvl5pPr marL="2286000" lvl="4" indent="-335756" algn="l">
              <a:lnSpc>
                <a:spcPct val="90000"/>
              </a:lnSpc>
              <a:spcBef>
                <a:spcPts val="281"/>
              </a:spcBef>
              <a:spcAft>
                <a:spcPts val="0"/>
              </a:spcAft>
              <a:buSzPts val="1688"/>
              <a:buChar char="•"/>
              <a:defRPr sz="1125"/>
            </a:lvl5pPr>
            <a:lvl6pPr marL="2743200" lvl="5" indent="-300037" algn="l">
              <a:lnSpc>
                <a:spcPct val="90000"/>
              </a:lnSpc>
              <a:spcBef>
                <a:spcPts val="281"/>
              </a:spcBef>
              <a:spcAft>
                <a:spcPts val="0"/>
              </a:spcAft>
              <a:buClr>
                <a:schemeClr val="dk1"/>
              </a:buClr>
              <a:buSzPts val="1125"/>
              <a:buChar char="•"/>
              <a:defRPr sz="1125"/>
            </a:lvl6pPr>
            <a:lvl7pPr marL="3200400" lvl="6" indent="-300037" algn="l">
              <a:lnSpc>
                <a:spcPct val="90000"/>
              </a:lnSpc>
              <a:spcBef>
                <a:spcPts val="281"/>
              </a:spcBef>
              <a:spcAft>
                <a:spcPts val="0"/>
              </a:spcAft>
              <a:buClr>
                <a:schemeClr val="dk1"/>
              </a:buClr>
              <a:buSzPts val="1125"/>
              <a:buChar char="•"/>
              <a:defRPr sz="1125"/>
            </a:lvl7pPr>
            <a:lvl8pPr marL="3657600" lvl="7" indent="-300037" algn="l">
              <a:lnSpc>
                <a:spcPct val="90000"/>
              </a:lnSpc>
              <a:spcBef>
                <a:spcPts val="281"/>
              </a:spcBef>
              <a:spcAft>
                <a:spcPts val="0"/>
              </a:spcAft>
              <a:buClr>
                <a:schemeClr val="dk1"/>
              </a:buClr>
              <a:buSzPts val="1125"/>
              <a:buChar char="•"/>
              <a:defRPr sz="1125"/>
            </a:lvl8pPr>
            <a:lvl9pPr marL="4114800" lvl="8" indent="-300037" algn="l">
              <a:lnSpc>
                <a:spcPct val="90000"/>
              </a:lnSpc>
              <a:spcBef>
                <a:spcPts val="281"/>
              </a:spcBef>
              <a:spcAft>
                <a:spcPts val="0"/>
              </a:spcAft>
              <a:buClr>
                <a:schemeClr val="dk1"/>
              </a:buClr>
              <a:buSzPts val="1125"/>
              <a:buChar char="•"/>
              <a:defRPr sz="1125"/>
            </a:lvl9pPr>
          </a:lstStyle>
          <a:p>
            <a:endParaRPr/>
          </a:p>
        </p:txBody>
      </p:sp>
      <p:sp>
        <p:nvSpPr>
          <p:cNvPr id="121" name="Google Shape;121;p18"/>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2" name="Google Shape;122;p18"/>
          <p:cNvSpPr txBox="1">
            <a:spLocks noGrp="1"/>
          </p:cNvSpPr>
          <p:nvPr>
            <p:ph type="title"/>
          </p:nvPr>
        </p:nvSpPr>
        <p:spPr>
          <a:xfrm>
            <a:off x="629841" y="342901"/>
            <a:ext cx="2949178" cy="91603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E4E79"/>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18"/>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350"/>
              <a:buNone/>
              <a:defRPr sz="900"/>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cxnSp>
        <p:nvCxnSpPr>
          <p:cNvPr id="124" name="Google Shape;124;p18"/>
          <p:cNvCxnSpPr/>
          <p:nvPr/>
        </p:nvCxnSpPr>
        <p:spPr>
          <a:xfrm>
            <a:off x="628651" y="1410867"/>
            <a:ext cx="2950369" cy="0"/>
          </a:xfrm>
          <a:prstGeom prst="straightConnector1">
            <a:avLst/>
          </a:prstGeom>
          <a:noFill/>
          <a:ln w="9525" cap="flat" cmpd="sng">
            <a:solidFill>
              <a:srgbClr val="637D9C"/>
            </a:solidFill>
            <a:prstDash val="solid"/>
            <a:miter lim="800000"/>
            <a:headEnd type="none" w="sm" len="sm"/>
            <a:tailEnd type="none" w="sm" len="sm"/>
          </a:ln>
        </p:spPr>
      </p:cxnSp>
      <p:sp>
        <p:nvSpPr>
          <p:cNvPr id="125" name="Google Shape;125;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629841" y="342901"/>
            <a:ext cx="2949178" cy="91603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E4E79"/>
              </a:buClr>
              <a:buSzPts val="1800"/>
              <a:buFont typeface="Calibri"/>
              <a:buNone/>
              <a:defRPr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8" name="Google Shape;128;p19"/>
          <p:cNvSpPr>
            <a:spLocks noGrp="1"/>
          </p:cNvSpPr>
          <p:nvPr>
            <p:ph type="pic" idx="2"/>
          </p:nvPr>
        </p:nvSpPr>
        <p:spPr>
          <a:xfrm>
            <a:off x="3921920" y="0"/>
            <a:ext cx="5222081" cy="5143500"/>
          </a:xfrm>
          <a:prstGeom prst="rect">
            <a:avLst/>
          </a:prstGeom>
          <a:solidFill>
            <a:srgbClr val="1F3864"/>
          </a:solidFill>
          <a:ln w="9525" cap="flat" cmpd="sng">
            <a:solidFill>
              <a:srgbClr val="3F3F3F"/>
            </a:solidFill>
            <a:prstDash val="solid"/>
            <a:round/>
            <a:headEnd type="none" w="sm" len="sm"/>
            <a:tailEnd type="none" w="sm" len="sm"/>
          </a:ln>
        </p:spPr>
      </p:sp>
      <p:sp>
        <p:nvSpPr>
          <p:cNvPr id="129" name="Google Shape;129;p19"/>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350"/>
              <a:buNone/>
              <a:defRPr sz="900"/>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sp>
        <p:nvSpPr>
          <p:cNvPr id="130" name="Google Shape;130;p19"/>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1" name="Google Shape;131;p19"/>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19"/>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cxnSp>
        <p:nvCxnSpPr>
          <p:cNvPr id="133" name="Google Shape;133;p19"/>
          <p:cNvCxnSpPr/>
          <p:nvPr/>
        </p:nvCxnSpPr>
        <p:spPr>
          <a:xfrm>
            <a:off x="628651" y="1410867"/>
            <a:ext cx="2950369" cy="0"/>
          </a:xfrm>
          <a:prstGeom prst="straightConnector1">
            <a:avLst/>
          </a:prstGeom>
          <a:noFill/>
          <a:ln w="9525" cap="flat" cmpd="sng">
            <a:solidFill>
              <a:srgbClr val="637D9C"/>
            </a:solidFill>
            <a:prstDash val="solid"/>
            <a:miter lim="800000"/>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4"/>
        <p:cNvGrpSpPr/>
        <p:nvPr/>
      </p:nvGrpSpPr>
      <p:grpSpPr>
        <a:xfrm>
          <a:off x="0" y="0"/>
          <a:ext cx="0" cy="0"/>
          <a:chOff x="0" y="0"/>
          <a:chExt cx="0" cy="0"/>
        </a:xfrm>
      </p:grpSpPr>
      <p:sp>
        <p:nvSpPr>
          <p:cNvPr id="135" name="Google Shape;135;p20"/>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 name="Google Shape;136;p20"/>
          <p:cNvSpPr txBox="1">
            <a:spLocks noGrp="1"/>
          </p:cNvSpPr>
          <p:nvPr>
            <p:ph type="body" idx="1"/>
          </p:nvPr>
        </p:nvSpPr>
        <p:spPr>
          <a:xfrm rot="5400000">
            <a:off x="2940248" y="-972076"/>
            <a:ext cx="3263504" cy="7886700"/>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37" name="Google Shape;137;p20"/>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8" name="Google Shape;138;p20"/>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0"/>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rot="5400000">
            <a:off x="5350074" y="1467445"/>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E4E7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21"/>
          <p:cNvSpPr txBox="1">
            <a:spLocks noGrp="1"/>
          </p:cNvSpPr>
          <p:nvPr>
            <p:ph type="body" idx="1"/>
          </p:nvPr>
        </p:nvSpPr>
        <p:spPr>
          <a:xfrm rot="5400000">
            <a:off x="1349574" y="-447080"/>
            <a:ext cx="4358879" cy="5800725"/>
          </a:xfrm>
          <a:prstGeom prst="rect">
            <a:avLst/>
          </a:prstGeom>
          <a:noFill/>
          <a:ln>
            <a:noFill/>
          </a:ln>
        </p:spPr>
        <p:txBody>
          <a:bodyPr spcFirstLastPara="1" wrap="square" lIns="91425" tIns="45700" rIns="91425" bIns="45700" anchor="t" anchorCtr="0">
            <a:normAutofit/>
          </a:bodyPr>
          <a:lstStyle>
            <a:lvl1pPr marL="457200" lvl="0" indent="-400050" algn="l">
              <a:lnSpc>
                <a:spcPct val="90000"/>
              </a:lnSpc>
              <a:spcBef>
                <a:spcPts val="563"/>
              </a:spcBef>
              <a:spcAft>
                <a:spcPts val="0"/>
              </a:spcAft>
              <a:buSzPts val="2700"/>
              <a:buChar char="•"/>
              <a:defRPr/>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43" name="Google Shape;143;p21"/>
          <p:cNvSpPr txBox="1">
            <a:spLocks noGrp="1"/>
          </p:cNvSpPr>
          <p:nvPr>
            <p:ph type="dt" idx="10"/>
          </p:nvPr>
        </p:nvSpPr>
        <p:spPr>
          <a:xfrm>
            <a:off x="628650" y="4772381"/>
            <a:ext cx="20574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4" name="Google Shape;144;p21"/>
          <p:cNvSpPr txBox="1">
            <a:spLocks noGrp="1"/>
          </p:cNvSpPr>
          <p:nvPr>
            <p:ph type="ftr" idx="11"/>
          </p:nvPr>
        </p:nvSpPr>
        <p:spPr>
          <a:xfrm>
            <a:off x="3028950" y="4777498"/>
            <a:ext cx="3086100" cy="27384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5" name="Google Shape;145;p21"/>
          <p:cNvSpPr txBox="1">
            <a:spLocks noGrp="1"/>
          </p:cNvSpPr>
          <p:nvPr>
            <p:ph type="sldNum" idx="12"/>
          </p:nvPr>
        </p:nvSpPr>
        <p:spPr>
          <a:xfrm>
            <a:off x="6457950" y="4777498"/>
            <a:ext cx="2057400" cy="27384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46"/>
        <p:cNvGrpSpPr/>
        <p:nvPr/>
      </p:nvGrpSpPr>
      <p:grpSpPr>
        <a:xfrm>
          <a:off x="0" y="0"/>
          <a:ext cx="0" cy="0"/>
          <a:chOff x="0" y="0"/>
          <a:chExt cx="0" cy="0"/>
        </a:xfrm>
      </p:grpSpPr>
      <p:sp>
        <p:nvSpPr>
          <p:cNvPr id="147" name="Google Shape;147;p22"/>
          <p:cNvSpPr>
            <a:spLocks noGrp="1"/>
          </p:cNvSpPr>
          <p:nvPr>
            <p:ph type="pic" idx="2"/>
          </p:nvPr>
        </p:nvSpPr>
        <p:spPr>
          <a:xfrm>
            <a:off x="1204230" y="1143951"/>
            <a:ext cx="2058293" cy="2058293"/>
          </a:xfrm>
          <a:prstGeom prst="ellipse">
            <a:avLst/>
          </a:prstGeom>
          <a:solidFill>
            <a:srgbClr val="50637E"/>
          </a:solidFill>
          <a:ln w="76200" cap="flat" cmpd="sng">
            <a:solidFill>
              <a:schemeClr val="accent1"/>
            </a:solidFill>
            <a:prstDash val="solid"/>
            <a:round/>
            <a:headEnd type="none" w="sm" len="sm"/>
            <a:tailEnd type="none" w="sm" len="sm"/>
          </a:ln>
        </p:spPr>
      </p:sp>
      <p:sp>
        <p:nvSpPr>
          <p:cNvPr id="148" name="Google Shape;148;p22"/>
          <p:cNvSpPr txBox="1">
            <a:spLocks noGrp="1"/>
          </p:cNvSpPr>
          <p:nvPr>
            <p:ph type="body" idx="1"/>
          </p:nvPr>
        </p:nvSpPr>
        <p:spPr>
          <a:xfrm>
            <a:off x="1381551" y="3650225"/>
            <a:ext cx="1786951"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49" name="Google Shape;149;p22"/>
          <p:cNvSpPr>
            <a:spLocks noGrp="1"/>
          </p:cNvSpPr>
          <p:nvPr>
            <p:ph type="pic" idx="3"/>
          </p:nvPr>
        </p:nvSpPr>
        <p:spPr>
          <a:xfrm>
            <a:off x="3650034" y="1143951"/>
            <a:ext cx="2058293" cy="2058293"/>
          </a:xfrm>
          <a:prstGeom prst="ellipse">
            <a:avLst/>
          </a:prstGeom>
          <a:solidFill>
            <a:srgbClr val="50637E"/>
          </a:solidFill>
          <a:ln w="76200" cap="flat" cmpd="sng">
            <a:solidFill>
              <a:srgbClr val="92D050"/>
            </a:solidFill>
            <a:prstDash val="solid"/>
            <a:round/>
            <a:headEnd type="none" w="sm" len="sm"/>
            <a:tailEnd type="none" w="sm" len="sm"/>
          </a:ln>
        </p:spPr>
      </p:sp>
      <p:sp>
        <p:nvSpPr>
          <p:cNvPr id="150" name="Google Shape;150;p22"/>
          <p:cNvSpPr txBox="1">
            <a:spLocks noGrp="1"/>
          </p:cNvSpPr>
          <p:nvPr>
            <p:ph type="body" idx="4"/>
          </p:nvPr>
        </p:nvSpPr>
        <p:spPr>
          <a:xfrm>
            <a:off x="3785705" y="3650225"/>
            <a:ext cx="1786951"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1" name="Google Shape;151;p22"/>
          <p:cNvSpPr>
            <a:spLocks noGrp="1"/>
          </p:cNvSpPr>
          <p:nvPr>
            <p:ph type="pic" idx="5"/>
          </p:nvPr>
        </p:nvSpPr>
        <p:spPr>
          <a:xfrm>
            <a:off x="6054191" y="1143951"/>
            <a:ext cx="2058293" cy="2058293"/>
          </a:xfrm>
          <a:prstGeom prst="ellipse">
            <a:avLst/>
          </a:prstGeom>
          <a:solidFill>
            <a:srgbClr val="50637E"/>
          </a:solidFill>
          <a:ln w="76200" cap="flat" cmpd="sng">
            <a:solidFill>
              <a:srgbClr val="FFC000"/>
            </a:solidFill>
            <a:prstDash val="solid"/>
            <a:round/>
            <a:headEnd type="none" w="sm" len="sm"/>
            <a:tailEnd type="none" w="sm" len="sm"/>
          </a:ln>
        </p:spPr>
      </p:sp>
      <p:sp>
        <p:nvSpPr>
          <p:cNvPr id="152" name="Google Shape;152;p22"/>
          <p:cNvSpPr txBox="1">
            <a:spLocks noGrp="1"/>
          </p:cNvSpPr>
          <p:nvPr>
            <p:ph type="body" idx="6"/>
          </p:nvPr>
        </p:nvSpPr>
        <p:spPr>
          <a:xfrm>
            <a:off x="6189863" y="3650226"/>
            <a:ext cx="1786951" cy="835128"/>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3" name="Google Shape;153;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54"/>
        <p:cNvGrpSpPr/>
        <p:nvPr/>
      </p:nvGrpSpPr>
      <p:grpSpPr>
        <a:xfrm>
          <a:off x="0" y="0"/>
          <a:ext cx="0" cy="0"/>
          <a:chOff x="0" y="0"/>
          <a:chExt cx="0" cy="0"/>
        </a:xfrm>
      </p:grpSpPr>
      <p:cxnSp>
        <p:nvCxnSpPr>
          <p:cNvPr id="155" name="Google Shape;155;p23"/>
          <p:cNvCxnSpPr/>
          <p:nvPr/>
        </p:nvCxnSpPr>
        <p:spPr>
          <a:xfrm>
            <a:off x="1321594" y="681171"/>
            <a:ext cx="3128963" cy="0"/>
          </a:xfrm>
          <a:prstGeom prst="straightConnector1">
            <a:avLst/>
          </a:prstGeom>
          <a:noFill/>
          <a:ln w="9525" cap="flat" cmpd="sng">
            <a:solidFill>
              <a:srgbClr val="F6F9FC"/>
            </a:solidFill>
            <a:prstDash val="solid"/>
            <a:miter lim="800000"/>
            <a:headEnd type="none" w="sm" len="sm"/>
            <a:tailEnd type="none" w="sm" len="sm"/>
          </a:ln>
        </p:spPr>
      </p:cxnSp>
      <p:sp>
        <p:nvSpPr>
          <p:cNvPr id="156" name="Google Shape;156;p23"/>
          <p:cNvSpPr txBox="1">
            <a:spLocks noGrp="1"/>
          </p:cNvSpPr>
          <p:nvPr>
            <p:ph type="body" idx="1"/>
          </p:nvPr>
        </p:nvSpPr>
        <p:spPr>
          <a:xfrm>
            <a:off x="378620" y="100012"/>
            <a:ext cx="5279231" cy="581159"/>
          </a:xfrm>
          <a:prstGeom prst="rect">
            <a:avLst/>
          </a:prstGeom>
          <a:noFill/>
          <a:ln>
            <a:noFill/>
          </a:ln>
        </p:spPr>
        <p:txBody>
          <a:bodyPr spcFirstLastPara="1" wrap="square" lIns="91425" tIns="45700" rIns="91425" bIns="45700" anchor="b" anchorCtr="0">
            <a:normAutofit/>
          </a:bodyPr>
          <a:lstStyle>
            <a:lvl1pPr marL="457200" lvl="0" indent="-228600" algn="ctr">
              <a:lnSpc>
                <a:spcPct val="90000"/>
              </a:lnSpc>
              <a:spcBef>
                <a:spcPts val="563"/>
              </a:spcBef>
              <a:spcAft>
                <a:spcPts val="0"/>
              </a:spcAft>
              <a:buSzPts val="2700"/>
              <a:buNone/>
              <a:defRPr sz="1800" b="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7" name="Google Shape;157;p23"/>
          <p:cNvSpPr txBox="1">
            <a:spLocks noGrp="1"/>
          </p:cNvSpPr>
          <p:nvPr>
            <p:ph type="body" idx="2"/>
          </p:nvPr>
        </p:nvSpPr>
        <p:spPr>
          <a:xfrm>
            <a:off x="1321593" y="778669"/>
            <a:ext cx="3186113" cy="581159"/>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563"/>
              </a:spcBef>
              <a:spcAft>
                <a:spcPts val="0"/>
              </a:spcAft>
              <a:buSzPts val="1520"/>
              <a:buNone/>
              <a:defRPr sz="1013" i="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58" name="Google Shape;158;p23"/>
          <p:cNvSpPr>
            <a:spLocks noGrp="1"/>
          </p:cNvSpPr>
          <p:nvPr>
            <p:ph type="chart" idx="3"/>
          </p:nvPr>
        </p:nvSpPr>
        <p:spPr>
          <a:xfrm>
            <a:off x="150019" y="1233754"/>
            <a:ext cx="5336381" cy="321680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563"/>
              </a:spcBef>
              <a:spcAft>
                <a:spcPts val="0"/>
              </a:spcAft>
              <a:buClr>
                <a:srgbClr val="1E4E79"/>
              </a:buClr>
              <a:buSzPts val="2363"/>
              <a:buFont typeface="Calibri"/>
              <a:buChar char="•"/>
              <a:defRPr sz="1575" b="0" i="0" u="none" strike="noStrike" cap="none">
                <a:solidFill>
                  <a:schemeClr val="dk1"/>
                </a:solidFill>
                <a:latin typeface="Calibri"/>
                <a:ea typeface="Calibri"/>
                <a:cs typeface="Calibri"/>
                <a:sym typeface="Calibri"/>
              </a:defRPr>
            </a:lvl1pPr>
            <a:lvl2pPr marR="0" lvl="1" algn="l" rtl="0">
              <a:lnSpc>
                <a:spcPct val="90000"/>
              </a:lnSpc>
              <a:spcBef>
                <a:spcPts val="281"/>
              </a:spcBef>
              <a:spcAft>
                <a:spcPts val="0"/>
              </a:spcAft>
              <a:buClr>
                <a:srgbClr val="2E75B5"/>
              </a:buClr>
              <a:buSzPts val="2025"/>
              <a:buFont typeface="Calibri"/>
              <a:buChar char="•"/>
              <a:defRPr sz="1350" b="0" i="0" u="none" strike="noStrike" cap="none">
                <a:solidFill>
                  <a:schemeClr val="dk1"/>
                </a:solidFill>
                <a:latin typeface="Calibri"/>
                <a:ea typeface="Calibri"/>
                <a:cs typeface="Calibri"/>
                <a:sym typeface="Calibri"/>
              </a:defRPr>
            </a:lvl2pPr>
            <a:lvl3pPr marR="0" lvl="2" algn="l" rtl="0">
              <a:lnSpc>
                <a:spcPct val="90000"/>
              </a:lnSpc>
              <a:spcBef>
                <a:spcPts val="281"/>
              </a:spcBef>
              <a:spcAft>
                <a:spcPts val="0"/>
              </a:spcAft>
              <a:buClr>
                <a:srgbClr val="9CC2E5"/>
              </a:buClr>
              <a:buSzPts val="1688"/>
              <a:buFont typeface="Calibri"/>
              <a:buChar char="•"/>
              <a:defRPr sz="1125" b="0" i="0" u="none" strike="noStrike" cap="none">
                <a:solidFill>
                  <a:schemeClr val="dk1"/>
                </a:solidFill>
                <a:latin typeface="Calibri"/>
                <a:ea typeface="Calibri"/>
                <a:cs typeface="Calibri"/>
                <a:sym typeface="Calibri"/>
              </a:defRPr>
            </a:lvl3pPr>
            <a:lvl4pPr marR="0" lvl="3" algn="l" rtl="0">
              <a:lnSpc>
                <a:spcPct val="90000"/>
              </a:lnSpc>
              <a:spcBef>
                <a:spcPts val="281"/>
              </a:spcBef>
              <a:spcAft>
                <a:spcPts val="0"/>
              </a:spcAft>
              <a:buClr>
                <a:srgbClr val="BBD6EE"/>
              </a:buClr>
              <a:buSzPts val="1520"/>
              <a:buFont typeface="Calibri"/>
              <a:buChar char="•"/>
              <a:defRPr sz="1013" b="0" i="0" u="none" strike="noStrike" cap="none">
                <a:solidFill>
                  <a:schemeClr val="dk1"/>
                </a:solidFill>
                <a:latin typeface="Calibri"/>
                <a:ea typeface="Calibri"/>
                <a:cs typeface="Calibri"/>
                <a:sym typeface="Calibri"/>
              </a:defRPr>
            </a:lvl4pPr>
            <a:lvl5pPr marR="0" lvl="4" algn="l" rtl="0">
              <a:lnSpc>
                <a:spcPct val="90000"/>
              </a:lnSpc>
              <a:spcBef>
                <a:spcPts val="281"/>
              </a:spcBef>
              <a:spcAft>
                <a:spcPts val="0"/>
              </a:spcAft>
              <a:buClr>
                <a:schemeClr val="accent1"/>
              </a:buClr>
              <a:buSzPts val="1520"/>
              <a:buFont typeface="Calibri"/>
              <a:buChar char="•"/>
              <a:defRPr sz="1013" b="0" i="0" u="none" strike="noStrike" cap="none">
                <a:solidFill>
                  <a:schemeClr val="dk1"/>
                </a:solidFill>
                <a:latin typeface="Calibri"/>
                <a:ea typeface="Calibri"/>
                <a:cs typeface="Calibri"/>
                <a:sym typeface="Calibri"/>
              </a:defRPr>
            </a:lvl5pPr>
            <a:lvl6pPr marR="0" lvl="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6pPr>
            <a:lvl7pPr marR="0" lvl="6"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7pPr>
            <a:lvl8pPr marR="0" lvl="7"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8pPr>
            <a:lvl9pPr marR="0" lvl="8"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159" name="Google Shape;159;p23"/>
          <p:cNvSpPr txBox="1">
            <a:spLocks noGrp="1"/>
          </p:cNvSpPr>
          <p:nvPr>
            <p:ph type="body" idx="4"/>
          </p:nvPr>
        </p:nvSpPr>
        <p:spPr>
          <a:xfrm>
            <a:off x="5751910" y="1233756"/>
            <a:ext cx="2949178" cy="375006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688"/>
              <a:buNone/>
              <a:defRPr sz="1125"/>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sp>
        <p:nvSpPr>
          <p:cNvPr id="160" name="Google Shape;160;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Custom Layout">
  <p:cSld name="2_Custom Layout">
    <p:bg>
      <p:bgPr>
        <a:solidFill>
          <a:schemeClr val="lt1"/>
        </a:solidFill>
        <a:effectLst/>
      </p:bgPr>
    </p:bg>
    <p:spTree>
      <p:nvGrpSpPr>
        <p:cNvPr id="1" name="Shape 161"/>
        <p:cNvGrpSpPr/>
        <p:nvPr/>
      </p:nvGrpSpPr>
      <p:grpSpPr>
        <a:xfrm>
          <a:off x="0" y="0"/>
          <a:ext cx="0" cy="0"/>
          <a:chOff x="0" y="0"/>
          <a:chExt cx="0" cy="0"/>
        </a:xfrm>
      </p:grpSpPr>
      <p:cxnSp>
        <p:nvCxnSpPr>
          <p:cNvPr id="162" name="Google Shape;162;p24"/>
          <p:cNvCxnSpPr/>
          <p:nvPr/>
        </p:nvCxnSpPr>
        <p:spPr>
          <a:xfrm>
            <a:off x="1321594" y="681171"/>
            <a:ext cx="3128963" cy="0"/>
          </a:xfrm>
          <a:prstGeom prst="straightConnector1">
            <a:avLst/>
          </a:prstGeom>
          <a:noFill/>
          <a:ln w="9525" cap="flat" cmpd="sng">
            <a:solidFill>
              <a:srgbClr val="F6F9FC"/>
            </a:solidFill>
            <a:prstDash val="solid"/>
            <a:miter lim="800000"/>
            <a:headEnd type="none" w="sm" len="sm"/>
            <a:tailEnd type="none" w="sm" len="sm"/>
          </a:ln>
        </p:spPr>
      </p:cxnSp>
      <p:sp>
        <p:nvSpPr>
          <p:cNvPr id="163" name="Google Shape;163;p24"/>
          <p:cNvSpPr txBox="1">
            <a:spLocks noGrp="1"/>
          </p:cNvSpPr>
          <p:nvPr>
            <p:ph type="body" idx="1"/>
          </p:nvPr>
        </p:nvSpPr>
        <p:spPr>
          <a:xfrm>
            <a:off x="378620" y="100012"/>
            <a:ext cx="5279231" cy="581159"/>
          </a:xfrm>
          <a:prstGeom prst="rect">
            <a:avLst/>
          </a:prstGeom>
          <a:noFill/>
          <a:ln>
            <a:noFill/>
          </a:ln>
        </p:spPr>
        <p:txBody>
          <a:bodyPr spcFirstLastPara="1" wrap="square" lIns="91425" tIns="45700" rIns="91425" bIns="45700" anchor="b" anchorCtr="0">
            <a:normAutofit/>
          </a:bodyPr>
          <a:lstStyle>
            <a:lvl1pPr marL="457200" lvl="0" indent="-228600" algn="ctr">
              <a:lnSpc>
                <a:spcPct val="90000"/>
              </a:lnSpc>
              <a:spcBef>
                <a:spcPts val="563"/>
              </a:spcBef>
              <a:spcAft>
                <a:spcPts val="0"/>
              </a:spcAft>
              <a:buSzPts val="2700"/>
              <a:buNone/>
              <a:defRPr sz="1800" b="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64" name="Google Shape;164;p24"/>
          <p:cNvSpPr txBox="1">
            <a:spLocks noGrp="1"/>
          </p:cNvSpPr>
          <p:nvPr>
            <p:ph type="body" idx="2"/>
          </p:nvPr>
        </p:nvSpPr>
        <p:spPr>
          <a:xfrm>
            <a:off x="1321593" y="778669"/>
            <a:ext cx="3186113" cy="581159"/>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563"/>
              </a:spcBef>
              <a:spcAft>
                <a:spcPts val="0"/>
              </a:spcAft>
              <a:buSzPts val="1520"/>
              <a:buNone/>
              <a:defRPr sz="1013" i="1"/>
            </a:lvl1pPr>
            <a:lvl2pPr marL="914400" lvl="1" indent="-400050" algn="l">
              <a:lnSpc>
                <a:spcPct val="90000"/>
              </a:lnSpc>
              <a:spcBef>
                <a:spcPts val="281"/>
              </a:spcBef>
              <a:spcAft>
                <a:spcPts val="0"/>
              </a:spcAft>
              <a:buSzPts val="2700"/>
              <a:buChar char="•"/>
              <a:defRPr/>
            </a:lvl2pPr>
            <a:lvl3pPr marL="1371600" lvl="2" indent="-400050" algn="l">
              <a:lnSpc>
                <a:spcPct val="90000"/>
              </a:lnSpc>
              <a:spcBef>
                <a:spcPts val="281"/>
              </a:spcBef>
              <a:spcAft>
                <a:spcPts val="0"/>
              </a:spcAft>
              <a:buSzPts val="2700"/>
              <a:buChar char="•"/>
              <a:defRPr/>
            </a:lvl3pPr>
            <a:lvl4pPr marL="1828800" lvl="3" indent="-400050" algn="l">
              <a:lnSpc>
                <a:spcPct val="90000"/>
              </a:lnSpc>
              <a:spcBef>
                <a:spcPts val="281"/>
              </a:spcBef>
              <a:spcAft>
                <a:spcPts val="0"/>
              </a:spcAft>
              <a:buSzPts val="2700"/>
              <a:buChar char="•"/>
              <a:defRPr/>
            </a:lvl4pPr>
            <a:lvl5pPr marL="2286000" lvl="4" indent="-400050" algn="l">
              <a:lnSpc>
                <a:spcPct val="90000"/>
              </a:lnSpc>
              <a:spcBef>
                <a:spcPts val="281"/>
              </a:spcBef>
              <a:spcAft>
                <a:spcPts val="0"/>
              </a:spcAft>
              <a:buSzPts val="2700"/>
              <a:buChar char="•"/>
              <a:defRPr/>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65" name="Google Shape;165;p24"/>
          <p:cNvSpPr>
            <a:spLocks noGrp="1"/>
          </p:cNvSpPr>
          <p:nvPr>
            <p:ph type="chart" idx="3"/>
          </p:nvPr>
        </p:nvSpPr>
        <p:spPr>
          <a:xfrm>
            <a:off x="150019" y="1233754"/>
            <a:ext cx="5336381" cy="321680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563"/>
              </a:spcBef>
              <a:spcAft>
                <a:spcPts val="0"/>
              </a:spcAft>
              <a:buClr>
                <a:srgbClr val="1E4E79"/>
              </a:buClr>
              <a:buSzPts val="2363"/>
              <a:buFont typeface="Calibri"/>
              <a:buChar char="•"/>
              <a:defRPr sz="1575" b="0" i="0" u="none" strike="noStrike" cap="none">
                <a:solidFill>
                  <a:schemeClr val="dk1"/>
                </a:solidFill>
                <a:latin typeface="Calibri"/>
                <a:ea typeface="Calibri"/>
                <a:cs typeface="Calibri"/>
                <a:sym typeface="Calibri"/>
              </a:defRPr>
            </a:lvl1pPr>
            <a:lvl2pPr marR="0" lvl="1" algn="l" rtl="0">
              <a:lnSpc>
                <a:spcPct val="90000"/>
              </a:lnSpc>
              <a:spcBef>
                <a:spcPts val="281"/>
              </a:spcBef>
              <a:spcAft>
                <a:spcPts val="0"/>
              </a:spcAft>
              <a:buClr>
                <a:srgbClr val="2E75B5"/>
              </a:buClr>
              <a:buSzPts val="2025"/>
              <a:buFont typeface="Calibri"/>
              <a:buChar char="•"/>
              <a:defRPr sz="1350" b="0" i="0" u="none" strike="noStrike" cap="none">
                <a:solidFill>
                  <a:schemeClr val="dk1"/>
                </a:solidFill>
                <a:latin typeface="Calibri"/>
                <a:ea typeface="Calibri"/>
                <a:cs typeface="Calibri"/>
                <a:sym typeface="Calibri"/>
              </a:defRPr>
            </a:lvl2pPr>
            <a:lvl3pPr marR="0" lvl="2" algn="l" rtl="0">
              <a:lnSpc>
                <a:spcPct val="90000"/>
              </a:lnSpc>
              <a:spcBef>
                <a:spcPts val="281"/>
              </a:spcBef>
              <a:spcAft>
                <a:spcPts val="0"/>
              </a:spcAft>
              <a:buClr>
                <a:srgbClr val="9CC2E5"/>
              </a:buClr>
              <a:buSzPts val="1688"/>
              <a:buFont typeface="Calibri"/>
              <a:buChar char="•"/>
              <a:defRPr sz="1125" b="0" i="0" u="none" strike="noStrike" cap="none">
                <a:solidFill>
                  <a:schemeClr val="dk1"/>
                </a:solidFill>
                <a:latin typeface="Calibri"/>
                <a:ea typeface="Calibri"/>
                <a:cs typeface="Calibri"/>
                <a:sym typeface="Calibri"/>
              </a:defRPr>
            </a:lvl3pPr>
            <a:lvl4pPr marR="0" lvl="3" algn="l" rtl="0">
              <a:lnSpc>
                <a:spcPct val="90000"/>
              </a:lnSpc>
              <a:spcBef>
                <a:spcPts val="281"/>
              </a:spcBef>
              <a:spcAft>
                <a:spcPts val="0"/>
              </a:spcAft>
              <a:buClr>
                <a:srgbClr val="BBD6EE"/>
              </a:buClr>
              <a:buSzPts val="1520"/>
              <a:buFont typeface="Calibri"/>
              <a:buChar char="•"/>
              <a:defRPr sz="1013" b="0" i="0" u="none" strike="noStrike" cap="none">
                <a:solidFill>
                  <a:schemeClr val="dk1"/>
                </a:solidFill>
                <a:latin typeface="Calibri"/>
                <a:ea typeface="Calibri"/>
                <a:cs typeface="Calibri"/>
                <a:sym typeface="Calibri"/>
              </a:defRPr>
            </a:lvl4pPr>
            <a:lvl5pPr marR="0" lvl="4" algn="l" rtl="0">
              <a:lnSpc>
                <a:spcPct val="90000"/>
              </a:lnSpc>
              <a:spcBef>
                <a:spcPts val="281"/>
              </a:spcBef>
              <a:spcAft>
                <a:spcPts val="0"/>
              </a:spcAft>
              <a:buClr>
                <a:schemeClr val="accent1"/>
              </a:buClr>
              <a:buSzPts val="1520"/>
              <a:buFont typeface="Calibri"/>
              <a:buChar char="•"/>
              <a:defRPr sz="1013" b="0" i="0" u="none" strike="noStrike" cap="none">
                <a:solidFill>
                  <a:schemeClr val="dk1"/>
                </a:solidFill>
                <a:latin typeface="Calibri"/>
                <a:ea typeface="Calibri"/>
                <a:cs typeface="Calibri"/>
                <a:sym typeface="Calibri"/>
              </a:defRPr>
            </a:lvl5pPr>
            <a:lvl6pPr marR="0" lvl="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6pPr>
            <a:lvl7pPr marR="0" lvl="6"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7pPr>
            <a:lvl8pPr marR="0" lvl="7"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8pPr>
            <a:lvl9pPr marR="0" lvl="8"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166" name="Google Shape;166;p24"/>
          <p:cNvSpPr txBox="1">
            <a:spLocks noGrp="1"/>
          </p:cNvSpPr>
          <p:nvPr>
            <p:ph type="body" idx="4"/>
          </p:nvPr>
        </p:nvSpPr>
        <p:spPr>
          <a:xfrm>
            <a:off x="5751910" y="1233756"/>
            <a:ext cx="2949178" cy="375006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563"/>
              </a:spcBef>
              <a:spcAft>
                <a:spcPts val="0"/>
              </a:spcAft>
              <a:buSzPts val="1688"/>
              <a:buNone/>
              <a:defRPr sz="1125"/>
            </a:lvl1pPr>
            <a:lvl2pPr marL="914400" lvl="1" indent="-228600" algn="l">
              <a:lnSpc>
                <a:spcPct val="90000"/>
              </a:lnSpc>
              <a:spcBef>
                <a:spcPts val="281"/>
              </a:spcBef>
              <a:spcAft>
                <a:spcPts val="0"/>
              </a:spcAft>
              <a:buSzPts val="1182"/>
              <a:buNone/>
              <a:defRPr sz="788"/>
            </a:lvl2pPr>
            <a:lvl3pPr marL="1371600" lvl="2" indent="-228600" algn="l">
              <a:lnSpc>
                <a:spcPct val="90000"/>
              </a:lnSpc>
              <a:spcBef>
                <a:spcPts val="281"/>
              </a:spcBef>
              <a:spcAft>
                <a:spcPts val="0"/>
              </a:spcAft>
              <a:buSzPts val="1013"/>
              <a:buNone/>
              <a:defRPr sz="675"/>
            </a:lvl3pPr>
            <a:lvl4pPr marL="1828800" lvl="3" indent="-228600" algn="l">
              <a:lnSpc>
                <a:spcPct val="90000"/>
              </a:lnSpc>
              <a:spcBef>
                <a:spcPts val="281"/>
              </a:spcBef>
              <a:spcAft>
                <a:spcPts val="0"/>
              </a:spcAft>
              <a:buSzPts val="845"/>
              <a:buNone/>
              <a:defRPr sz="563"/>
            </a:lvl4pPr>
            <a:lvl5pPr marL="2286000" lvl="4" indent="-228600" algn="l">
              <a:lnSpc>
                <a:spcPct val="90000"/>
              </a:lnSpc>
              <a:spcBef>
                <a:spcPts val="281"/>
              </a:spcBef>
              <a:spcAft>
                <a:spcPts val="0"/>
              </a:spcAft>
              <a:buSzPts val="845"/>
              <a:buNone/>
              <a:defRPr sz="563"/>
            </a:lvl5pPr>
            <a:lvl6pPr marL="2743200" lvl="5" indent="-228600" algn="l">
              <a:lnSpc>
                <a:spcPct val="90000"/>
              </a:lnSpc>
              <a:spcBef>
                <a:spcPts val="281"/>
              </a:spcBef>
              <a:spcAft>
                <a:spcPts val="0"/>
              </a:spcAft>
              <a:buClr>
                <a:schemeClr val="dk1"/>
              </a:buClr>
              <a:buSzPts val="563"/>
              <a:buNone/>
              <a:defRPr sz="563"/>
            </a:lvl6pPr>
            <a:lvl7pPr marL="3200400" lvl="6" indent="-228600" algn="l">
              <a:lnSpc>
                <a:spcPct val="90000"/>
              </a:lnSpc>
              <a:spcBef>
                <a:spcPts val="281"/>
              </a:spcBef>
              <a:spcAft>
                <a:spcPts val="0"/>
              </a:spcAft>
              <a:buClr>
                <a:schemeClr val="dk1"/>
              </a:buClr>
              <a:buSzPts val="563"/>
              <a:buNone/>
              <a:defRPr sz="563"/>
            </a:lvl7pPr>
            <a:lvl8pPr marL="3657600" lvl="7" indent="-228600" algn="l">
              <a:lnSpc>
                <a:spcPct val="90000"/>
              </a:lnSpc>
              <a:spcBef>
                <a:spcPts val="281"/>
              </a:spcBef>
              <a:spcAft>
                <a:spcPts val="0"/>
              </a:spcAft>
              <a:buClr>
                <a:schemeClr val="dk1"/>
              </a:buClr>
              <a:buSzPts val="563"/>
              <a:buNone/>
              <a:defRPr sz="563"/>
            </a:lvl8pPr>
            <a:lvl9pPr marL="4114800" lvl="8" indent="-228600" algn="l">
              <a:lnSpc>
                <a:spcPct val="90000"/>
              </a:lnSpc>
              <a:spcBef>
                <a:spcPts val="281"/>
              </a:spcBef>
              <a:spcAft>
                <a:spcPts val="0"/>
              </a:spcAft>
              <a:buClr>
                <a:schemeClr val="dk1"/>
              </a:buClr>
              <a:buSzPts val="563"/>
              <a:buNone/>
              <a:defRPr sz="563"/>
            </a:lvl9pPr>
          </a:lstStyle>
          <a:p>
            <a:endParaRPr/>
          </a:p>
        </p:txBody>
      </p:sp>
      <p:sp>
        <p:nvSpPr>
          <p:cNvPr id="167" name="Google Shape;167;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68"/>
        <p:cNvGrpSpPr/>
        <p:nvPr/>
      </p:nvGrpSpPr>
      <p:grpSpPr>
        <a:xfrm>
          <a:off x="0" y="0"/>
          <a:ext cx="0" cy="0"/>
          <a:chOff x="0" y="0"/>
          <a:chExt cx="0" cy="0"/>
        </a:xfrm>
      </p:grpSpPr>
      <p:sp>
        <p:nvSpPr>
          <p:cNvPr id="169" name="Google Shape;169;p25"/>
          <p:cNvSpPr>
            <a:spLocks noGrp="1"/>
          </p:cNvSpPr>
          <p:nvPr>
            <p:ph type="pic" idx="2"/>
          </p:nvPr>
        </p:nvSpPr>
        <p:spPr>
          <a:xfrm flipH="1">
            <a:off x="569046" y="872836"/>
            <a:ext cx="1817896" cy="2456411"/>
          </a:xfrm>
          <a:prstGeom prst="rect">
            <a:avLst/>
          </a:prstGeom>
          <a:solidFill>
            <a:srgbClr val="1F3864"/>
          </a:solidFill>
          <a:ln w="38100" cap="flat" cmpd="sng">
            <a:solidFill>
              <a:srgbClr val="00B0F0"/>
            </a:solidFill>
            <a:prstDash val="solid"/>
            <a:round/>
            <a:headEnd type="none" w="sm" len="sm"/>
            <a:tailEnd type="none" w="sm" len="sm"/>
          </a:ln>
          <a:effectLst>
            <a:outerShdw blurRad="57150" dist="19050" dir="5400000" algn="ctr" rotWithShape="0">
              <a:srgbClr val="000000">
                <a:alpha val="62745"/>
              </a:srgbClr>
            </a:outerShdw>
          </a:effectLst>
        </p:spPr>
      </p:sp>
      <p:sp>
        <p:nvSpPr>
          <p:cNvPr id="170" name="Google Shape;170;p25"/>
          <p:cNvSpPr>
            <a:spLocks noGrp="1"/>
          </p:cNvSpPr>
          <p:nvPr>
            <p:ph type="pic" idx="3"/>
          </p:nvPr>
        </p:nvSpPr>
        <p:spPr>
          <a:xfrm flipH="1">
            <a:off x="2673352" y="872836"/>
            <a:ext cx="1817896" cy="2456411"/>
          </a:xfrm>
          <a:prstGeom prst="rect">
            <a:avLst/>
          </a:prstGeom>
          <a:solidFill>
            <a:srgbClr val="1F3864"/>
          </a:solidFill>
          <a:ln w="38100" cap="flat" cmpd="sng">
            <a:solidFill>
              <a:srgbClr val="00B0F0"/>
            </a:solidFill>
            <a:prstDash val="solid"/>
            <a:round/>
            <a:headEnd type="none" w="sm" len="sm"/>
            <a:tailEnd type="none" w="sm" len="sm"/>
          </a:ln>
          <a:effectLst>
            <a:outerShdw blurRad="57150" dist="19050" dir="5400000" algn="ctr" rotWithShape="0">
              <a:srgbClr val="000000">
                <a:alpha val="62745"/>
              </a:srgbClr>
            </a:outerShdw>
          </a:effectLst>
        </p:spPr>
      </p:sp>
      <p:sp>
        <p:nvSpPr>
          <p:cNvPr id="171" name="Google Shape;171;p25"/>
          <p:cNvSpPr>
            <a:spLocks noGrp="1"/>
          </p:cNvSpPr>
          <p:nvPr>
            <p:ph type="pic" idx="4"/>
          </p:nvPr>
        </p:nvSpPr>
        <p:spPr>
          <a:xfrm flipH="1">
            <a:off x="4802151" y="872836"/>
            <a:ext cx="1817896" cy="2456411"/>
          </a:xfrm>
          <a:prstGeom prst="rect">
            <a:avLst/>
          </a:prstGeom>
          <a:solidFill>
            <a:srgbClr val="1F3864"/>
          </a:solidFill>
          <a:ln w="38100" cap="flat" cmpd="sng">
            <a:solidFill>
              <a:schemeClr val="accent6"/>
            </a:solidFill>
            <a:prstDash val="solid"/>
            <a:round/>
            <a:headEnd type="none" w="sm" len="sm"/>
            <a:tailEnd type="none" w="sm" len="sm"/>
          </a:ln>
          <a:effectLst>
            <a:outerShdw blurRad="57150" dist="19050" dir="5400000" algn="ctr" rotWithShape="0">
              <a:srgbClr val="000000">
                <a:alpha val="62745"/>
              </a:srgbClr>
            </a:outerShdw>
          </a:effectLst>
        </p:spPr>
      </p:sp>
      <p:sp>
        <p:nvSpPr>
          <p:cNvPr id="172" name="Google Shape;172;p25"/>
          <p:cNvSpPr>
            <a:spLocks noGrp="1"/>
          </p:cNvSpPr>
          <p:nvPr>
            <p:ph type="pic" idx="5"/>
          </p:nvPr>
        </p:nvSpPr>
        <p:spPr>
          <a:xfrm flipH="1">
            <a:off x="6828076" y="872835"/>
            <a:ext cx="1817896" cy="2456411"/>
          </a:xfrm>
          <a:prstGeom prst="rect">
            <a:avLst/>
          </a:prstGeom>
          <a:solidFill>
            <a:srgbClr val="1F3864"/>
          </a:solidFill>
          <a:ln w="38100" cap="flat" cmpd="sng">
            <a:solidFill>
              <a:srgbClr val="FFC000"/>
            </a:solidFill>
            <a:prstDash val="solid"/>
            <a:round/>
            <a:headEnd type="none" w="sm" len="sm"/>
            <a:tailEnd type="none" w="sm" len="sm"/>
          </a:ln>
          <a:effectLst>
            <a:outerShdw blurRad="57150" dist="19050" dir="5400000" algn="ctr" rotWithShape="0">
              <a:srgbClr val="000000">
                <a:alpha val="62745"/>
              </a:srgbClr>
            </a:outerShdw>
          </a:effectLst>
        </p:spPr>
      </p:sp>
      <p:sp>
        <p:nvSpPr>
          <p:cNvPr id="173" name="Google Shape;173;p25"/>
          <p:cNvSpPr txBox="1">
            <a:spLocks noGrp="1"/>
          </p:cNvSpPr>
          <p:nvPr>
            <p:ph type="body" idx="1"/>
          </p:nvPr>
        </p:nvSpPr>
        <p:spPr>
          <a:xfrm>
            <a:off x="569046"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4" name="Google Shape;174;p25"/>
          <p:cNvSpPr txBox="1">
            <a:spLocks noGrp="1"/>
          </p:cNvSpPr>
          <p:nvPr>
            <p:ph type="body" idx="6"/>
          </p:nvPr>
        </p:nvSpPr>
        <p:spPr>
          <a:xfrm>
            <a:off x="2723781"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5" name="Google Shape;175;p25"/>
          <p:cNvSpPr txBox="1">
            <a:spLocks noGrp="1"/>
          </p:cNvSpPr>
          <p:nvPr>
            <p:ph type="body" idx="7"/>
          </p:nvPr>
        </p:nvSpPr>
        <p:spPr>
          <a:xfrm>
            <a:off x="4852580"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6" name="Google Shape;176;p25"/>
          <p:cNvSpPr txBox="1">
            <a:spLocks noGrp="1"/>
          </p:cNvSpPr>
          <p:nvPr>
            <p:ph type="body" idx="8"/>
          </p:nvPr>
        </p:nvSpPr>
        <p:spPr>
          <a:xfrm>
            <a:off x="6928936" y="3468978"/>
            <a:ext cx="1717036" cy="835130"/>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563"/>
              </a:spcBef>
              <a:spcAft>
                <a:spcPts val="0"/>
              </a:spcAft>
              <a:buSzPts val="1520"/>
              <a:buNone/>
              <a:defRPr sz="1013" b="1"/>
            </a:lvl1pPr>
            <a:lvl2pPr marL="914400" lvl="1" indent="-325088" algn="l">
              <a:lnSpc>
                <a:spcPct val="90000"/>
              </a:lnSpc>
              <a:spcBef>
                <a:spcPts val="281"/>
              </a:spcBef>
              <a:spcAft>
                <a:spcPts val="0"/>
              </a:spcAft>
              <a:buSzPts val="1520"/>
              <a:buChar char="•"/>
              <a:defRPr sz="1013"/>
            </a:lvl2pPr>
            <a:lvl3pPr marL="1371600" lvl="2" indent="-325088" algn="l">
              <a:lnSpc>
                <a:spcPct val="90000"/>
              </a:lnSpc>
              <a:spcBef>
                <a:spcPts val="281"/>
              </a:spcBef>
              <a:spcAft>
                <a:spcPts val="0"/>
              </a:spcAft>
              <a:buSzPts val="1520"/>
              <a:buChar char="•"/>
              <a:defRPr sz="1013"/>
            </a:lvl3pPr>
            <a:lvl4pPr marL="1828800" lvl="3" indent="-325088" algn="l">
              <a:lnSpc>
                <a:spcPct val="90000"/>
              </a:lnSpc>
              <a:spcBef>
                <a:spcPts val="281"/>
              </a:spcBef>
              <a:spcAft>
                <a:spcPts val="0"/>
              </a:spcAft>
              <a:buSzPts val="1520"/>
              <a:buChar char="•"/>
              <a:defRPr sz="1013"/>
            </a:lvl4pPr>
            <a:lvl5pPr marL="2286000" lvl="4" indent="-325088" algn="l">
              <a:lnSpc>
                <a:spcPct val="90000"/>
              </a:lnSpc>
              <a:spcBef>
                <a:spcPts val="281"/>
              </a:spcBef>
              <a:spcAft>
                <a:spcPts val="0"/>
              </a:spcAft>
              <a:buSzPts val="1520"/>
              <a:buChar char="•"/>
              <a:defRPr sz="1013"/>
            </a:lvl5pPr>
            <a:lvl6pPr marL="2743200" lvl="5" indent="-342900" algn="l">
              <a:lnSpc>
                <a:spcPct val="90000"/>
              </a:lnSpc>
              <a:spcBef>
                <a:spcPts val="281"/>
              </a:spcBef>
              <a:spcAft>
                <a:spcPts val="0"/>
              </a:spcAft>
              <a:buClr>
                <a:schemeClr val="dk1"/>
              </a:buClr>
              <a:buSzPts val="1800"/>
              <a:buChar char="•"/>
              <a:defRPr/>
            </a:lvl6pPr>
            <a:lvl7pPr marL="3200400" lvl="6" indent="-342900" algn="l">
              <a:lnSpc>
                <a:spcPct val="90000"/>
              </a:lnSpc>
              <a:spcBef>
                <a:spcPts val="281"/>
              </a:spcBef>
              <a:spcAft>
                <a:spcPts val="0"/>
              </a:spcAft>
              <a:buClr>
                <a:schemeClr val="dk1"/>
              </a:buClr>
              <a:buSzPts val="1800"/>
              <a:buChar char="•"/>
              <a:defRPr/>
            </a:lvl7pPr>
            <a:lvl8pPr marL="3657600" lvl="7" indent="-342900" algn="l">
              <a:lnSpc>
                <a:spcPct val="90000"/>
              </a:lnSpc>
              <a:spcBef>
                <a:spcPts val="281"/>
              </a:spcBef>
              <a:spcAft>
                <a:spcPts val="0"/>
              </a:spcAft>
              <a:buClr>
                <a:schemeClr val="dk1"/>
              </a:buClr>
              <a:buSzPts val="1800"/>
              <a:buChar char="•"/>
              <a:defRPr/>
            </a:lvl8pPr>
            <a:lvl9pPr marL="4114800" lvl="8" indent="-342900" algn="l">
              <a:lnSpc>
                <a:spcPct val="90000"/>
              </a:lnSpc>
              <a:spcBef>
                <a:spcPts val="281"/>
              </a:spcBef>
              <a:spcAft>
                <a:spcPts val="0"/>
              </a:spcAft>
              <a:buClr>
                <a:schemeClr val="dk1"/>
              </a:buClr>
              <a:buSzPts val="1800"/>
              <a:buChar char="•"/>
              <a:defRPr/>
            </a:lvl9pPr>
          </a:lstStyle>
          <a:p>
            <a:endParaRPr/>
          </a:p>
        </p:txBody>
      </p:sp>
      <p:sp>
        <p:nvSpPr>
          <p:cNvPr id="177" name="Google Shape;177;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Meet the team 3">
  <p:cSld name="1_Meet the team 3">
    <p:spTree>
      <p:nvGrpSpPr>
        <p:cNvPr id="1" name="Shape 178"/>
        <p:cNvGrpSpPr/>
        <p:nvPr/>
      </p:nvGrpSpPr>
      <p:grpSpPr>
        <a:xfrm>
          <a:off x="0" y="0"/>
          <a:ext cx="0" cy="0"/>
          <a:chOff x="0" y="0"/>
          <a:chExt cx="0" cy="0"/>
        </a:xfrm>
      </p:grpSpPr>
      <p:sp>
        <p:nvSpPr>
          <p:cNvPr id="179" name="Google Shape;179;p26"/>
          <p:cNvSpPr/>
          <p:nvPr/>
        </p:nvSpPr>
        <p:spPr>
          <a:xfrm>
            <a:off x="8631714" y="221557"/>
            <a:ext cx="316640" cy="316642"/>
          </a:xfrm>
          <a:prstGeom prst="ellipse">
            <a:avLst/>
          </a:prstGeom>
          <a:solidFill>
            <a:srgbClr val="231D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Calibri"/>
              <a:ea typeface="Calibri"/>
              <a:cs typeface="Calibri"/>
              <a:sym typeface="Calibri"/>
            </a:endParaRPr>
          </a:p>
        </p:txBody>
      </p:sp>
      <p:sp>
        <p:nvSpPr>
          <p:cNvPr id="180" name="Google Shape;180;p26"/>
          <p:cNvSpPr txBox="1"/>
          <p:nvPr/>
        </p:nvSpPr>
        <p:spPr>
          <a:xfrm>
            <a:off x="8666038" y="258393"/>
            <a:ext cx="225709" cy="173192"/>
          </a:xfrm>
          <a:prstGeom prst="rect">
            <a:avLst/>
          </a:prstGeom>
          <a:noFill/>
          <a:ln>
            <a:noFill/>
          </a:ln>
        </p:spPr>
        <p:txBody>
          <a:bodyPr spcFirstLastPara="1" wrap="square" lIns="51425" tIns="25700" rIns="51425" bIns="25700" anchor="t" anchorCtr="0">
            <a:spAutoFit/>
          </a:bodyPr>
          <a:lstStyle/>
          <a:p>
            <a:pPr marL="0" marR="0" lvl="0" indent="0" algn="ctr" rtl="0">
              <a:spcBef>
                <a:spcPts val="0"/>
              </a:spcBef>
              <a:spcAft>
                <a:spcPts val="0"/>
              </a:spcAft>
              <a:buNone/>
            </a:pPr>
            <a:fld id="{00000000-1234-1234-1234-123412341234}" type="slidenum">
              <a:rPr lang="en-US" sz="788" b="1">
                <a:solidFill>
                  <a:schemeClr val="lt1"/>
                </a:solidFill>
                <a:latin typeface="Roboto"/>
                <a:ea typeface="Roboto"/>
                <a:cs typeface="Roboto"/>
                <a:sym typeface="Roboto"/>
              </a:rPr>
              <a:t>‹#›</a:t>
            </a:fld>
            <a:endParaRPr sz="788">
              <a:solidFill>
                <a:schemeClr val="lt1"/>
              </a:solidFill>
              <a:latin typeface="Roboto"/>
              <a:ea typeface="Roboto"/>
              <a:cs typeface="Roboto"/>
              <a:sym typeface="Roboto"/>
            </a:endParaRPr>
          </a:p>
        </p:txBody>
      </p:sp>
      <p:sp>
        <p:nvSpPr>
          <p:cNvPr id="181" name="Google Shape;181;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7">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18111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E4E79"/>
              </a:buClr>
              <a:buSzPts val="2475"/>
              <a:buFont typeface="Calibri"/>
              <a:buNone/>
              <a:defRPr sz="2475" b="1" i="0" u="none" strike="noStrike" cap="none">
                <a:solidFill>
                  <a:srgbClr val="1E4E79"/>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339522"/>
            <a:ext cx="7886700" cy="3263504"/>
          </a:xfrm>
          <a:prstGeom prst="rect">
            <a:avLst/>
          </a:prstGeom>
          <a:noFill/>
          <a:ln>
            <a:noFill/>
          </a:ln>
        </p:spPr>
        <p:txBody>
          <a:bodyPr spcFirstLastPara="1" wrap="square" lIns="91425" tIns="45700" rIns="91425" bIns="45700" anchor="t" anchorCtr="0">
            <a:normAutofit/>
          </a:bodyPr>
          <a:lstStyle>
            <a:lvl1pPr marL="457200" marR="0" lvl="0" indent="-378618" algn="l" rtl="0">
              <a:lnSpc>
                <a:spcPct val="90000"/>
              </a:lnSpc>
              <a:spcBef>
                <a:spcPts val="563"/>
              </a:spcBef>
              <a:spcAft>
                <a:spcPts val="0"/>
              </a:spcAft>
              <a:buClr>
                <a:srgbClr val="1E4E79"/>
              </a:buClr>
              <a:buSzPts val="2363"/>
              <a:buFont typeface="Calibri"/>
              <a:buChar char="•"/>
              <a:defRPr sz="1575" b="0" i="0" u="none" strike="noStrike" cap="none">
                <a:solidFill>
                  <a:schemeClr val="dk1"/>
                </a:solidFill>
                <a:latin typeface="Calibri"/>
                <a:ea typeface="Calibri"/>
                <a:cs typeface="Calibri"/>
                <a:sym typeface="Calibri"/>
              </a:defRPr>
            </a:lvl1pPr>
            <a:lvl2pPr marL="914400" marR="0" lvl="1" indent="-357187" algn="l" rtl="0">
              <a:lnSpc>
                <a:spcPct val="90000"/>
              </a:lnSpc>
              <a:spcBef>
                <a:spcPts val="281"/>
              </a:spcBef>
              <a:spcAft>
                <a:spcPts val="0"/>
              </a:spcAft>
              <a:buClr>
                <a:srgbClr val="2E75B5"/>
              </a:buClr>
              <a:buSzPts val="2025"/>
              <a:buFont typeface="Calibri"/>
              <a:buChar char="•"/>
              <a:defRPr sz="1350" b="0" i="0" u="none" strike="noStrike" cap="none">
                <a:solidFill>
                  <a:schemeClr val="dk1"/>
                </a:solidFill>
                <a:latin typeface="Calibri"/>
                <a:ea typeface="Calibri"/>
                <a:cs typeface="Calibri"/>
                <a:sym typeface="Calibri"/>
              </a:defRPr>
            </a:lvl2pPr>
            <a:lvl3pPr marL="1371600" marR="0" lvl="2" indent="-335756" algn="l" rtl="0">
              <a:lnSpc>
                <a:spcPct val="90000"/>
              </a:lnSpc>
              <a:spcBef>
                <a:spcPts val="281"/>
              </a:spcBef>
              <a:spcAft>
                <a:spcPts val="0"/>
              </a:spcAft>
              <a:buClr>
                <a:srgbClr val="9CC2E5"/>
              </a:buClr>
              <a:buSzPts val="1688"/>
              <a:buFont typeface="Calibri"/>
              <a:buChar char="•"/>
              <a:defRPr sz="1125" b="0" i="0" u="none" strike="noStrike" cap="none">
                <a:solidFill>
                  <a:schemeClr val="dk1"/>
                </a:solidFill>
                <a:latin typeface="Calibri"/>
                <a:ea typeface="Calibri"/>
                <a:cs typeface="Calibri"/>
                <a:sym typeface="Calibri"/>
              </a:defRPr>
            </a:lvl3pPr>
            <a:lvl4pPr marL="1828800" marR="0" lvl="3" indent="-325088" algn="l" rtl="0">
              <a:lnSpc>
                <a:spcPct val="90000"/>
              </a:lnSpc>
              <a:spcBef>
                <a:spcPts val="281"/>
              </a:spcBef>
              <a:spcAft>
                <a:spcPts val="0"/>
              </a:spcAft>
              <a:buClr>
                <a:srgbClr val="BBD6EE"/>
              </a:buClr>
              <a:buSzPts val="1520"/>
              <a:buFont typeface="Calibri"/>
              <a:buChar char="•"/>
              <a:defRPr sz="1013" b="0" i="0" u="none" strike="noStrike" cap="none">
                <a:solidFill>
                  <a:schemeClr val="dk1"/>
                </a:solidFill>
                <a:latin typeface="Calibri"/>
                <a:ea typeface="Calibri"/>
                <a:cs typeface="Calibri"/>
                <a:sym typeface="Calibri"/>
              </a:defRPr>
            </a:lvl4pPr>
            <a:lvl5pPr marL="2286000" marR="0" lvl="4" indent="-325088" algn="l" rtl="0">
              <a:lnSpc>
                <a:spcPct val="90000"/>
              </a:lnSpc>
              <a:spcBef>
                <a:spcPts val="281"/>
              </a:spcBef>
              <a:spcAft>
                <a:spcPts val="0"/>
              </a:spcAft>
              <a:buClr>
                <a:schemeClr val="accent1"/>
              </a:buClr>
              <a:buSzPts val="1520"/>
              <a:buFont typeface="Calibri"/>
              <a:buChar char="•"/>
              <a:defRPr sz="1013" b="0" i="0" u="none" strike="noStrike" cap="none">
                <a:solidFill>
                  <a:schemeClr val="dk1"/>
                </a:solidFill>
                <a:latin typeface="Calibri"/>
                <a:ea typeface="Calibri"/>
                <a:cs typeface="Calibri"/>
                <a:sym typeface="Calibri"/>
              </a:defRPr>
            </a:lvl5pPr>
            <a:lvl6pPr marL="2743200" marR="0" lvl="5"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6pPr>
            <a:lvl7pPr marL="3200400" marR="0" lvl="6"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7pPr>
            <a:lvl8pPr marL="3657600" marR="0" lvl="7"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8pPr>
            <a:lvl9pPr marL="4114800" marR="0" lvl="8" indent="-292925" algn="l" rtl="0">
              <a:lnSpc>
                <a:spcPct val="90000"/>
              </a:lnSpc>
              <a:spcBef>
                <a:spcPts val="281"/>
              </a:spcBef>
              <a:spcAft>
                <a:spcPts val="0"/>
              </a:spcAft>
              <a:buClr>
                <a:schemeClr val="dk1"/>
              </a:buClr>
              <a:buSzPts val="1013"/>
              <a:buFont typeface="Arial"/>
              <a:buChar char="•"/>
              <a:defRPr sz="1013"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991" y="0"/>
            <a:ext cx="9142021" cy="5143500"/>
          </a:xfrm>
          <a:prstGeom prst="rect">
            <a:avLst/>
          </a:prstGeom>
          <a:gradFill>
            <a:gsLst>
              <a:gs pos="0">
                <a:srgbClr val="F6F9FC">
                  <a:alpha val="0"/>
                </a:srgbClr>
              </a:gs>
              <a:gs pos="38000">
                <a:srgbClr val="FFFFFF">
                  <a:alpha val="14901"/>
                </a:srgbClr>
              </a:gs>
              <a:gs pos="84000">
                <a:srgbClr val="E7E6E6">
                  <a:alpha val="29803"/>
                </a:srgbClr>
              </a:gs>
              <a:gs pos="100000">
                <a:schemeClr val="lt2"/>
              </a:gs>
            </a:gsLst>
            <a:path path="circle">
              <a:fillToRect l="50000" t="50000" r="50000" b="50000"/>
            </a:path>
            <a:tileRect/>
          </a:gra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3" name="Google Shape;13;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Calibri"/>
                <a:ea typeface="Calibri"/>
                <a:cs typeface="Calibri"/>
                <a:sym typeface="Calibri"/>
              </a:defRPr>
            </a:lvl1pPr>
            <a:lvl2pPr lvl="1" algn="r">
              <a:buNone/>
              <a:defRPr sz="1300">
                <a:solidFill>
                  <a:schemeClr val="dk1"/>
                </a:solidFill>
                <a:latin typeface="Calibri"/>
                <a:ea typeface="Calibri"/>
                <a:cs typeface="Calibri"/>
                <a:sym typeface="Calibri"/>
              </a:defRPr>
            </a:lvl2pPr>
            <a:lvl3pPr lvl="2" algn="r">
              <a:buNone/>
              <a:defRPr sz="1300">
                <a:solidFill>
                  <a:schemeClr val="dk1"/>
                </a:solidFill>
                <a:latin typeface="Calibri"/>
                <a:ea typeface="Calibri"/>
                <a:cs typeface="Calibri"/>
                <a:sym typeface="Calibri"/>
              </a:defRPr>
            </a:lvl3pPr>
            <a:lvl4pPr lvl="3" algn="r">
              <a:buNone/>
              <a:defRPr sz="1300">
                <a:solidFill>
                  <a:schemeClr val="dk1"/>
                </a:solidFill>
                <a:latin typeface="Calibri"/>
                <a:ea typeface="Calibri"/>
                <a:cs typeface="Calibri"/>
                <a:sym typeface="Calibri"/>
              </a:defRPr>
            </a:lvl4pPr>
            <a:lvl5pPr lvl="4" algn="r">
              <a:buNone/>
              <a:defRPr sz="1300">
                <a:solidFill>
                  <a:schemeClr val="dk1"/>
                </a:solidFill>
                <a:latin typeface="Calibri"/>
                <a:ea typeface="Calibri"/>
                <a:cs typeface="Calibri"/>
                <a:sym typeface="Calibri"/>
              </a:defRPr>
            </a:lvl5pPr>
            <a:lvl6pPr lvl="5" algn="r">
              <a:buNone/>
              <a:defRPr sz="1300">
                <a:solidFill>
                  <a:schemeClr val="dk1"/>
                </a:solidFill>
                <a:latin typeface="Calibri"/>
                <a:ea typeface="Calibri"/>
                <a:cs typeface="Calibri"/>
                <a:sym typeface="Calibri"/>
              </a:defRPr>
            </a:lvl6pPr>
            <a:lvl7pPr lvl="6" algn="r">
              <a:buNone/>
              <a:defRPr sz="1300">
                <a:solidFill>
                  <a:schemeClr val="dk1"/>
                </a:solidFill>
                <a:latin typeface="Calibri"/>
                <a:ea typeface="Calibri"/>
                <a:cs typeface="Calibri"/>
                <a:sym typeface="Calibri"/>
              </a:defRPr>
            </a:lvl7pPr>
            <a:lvl8pPr lvl="7" algn="r">
              <a:buNone/>
              <a:defRPr sz="1300">
                <a:solidFill>
                  <a:schemeClr val="dk1"/>
                </a:solidFill>
                <a:latin typeface="Calibri"/>
                <a:ea typeface="Calibri"/>
                <a:cs typeface="Calibri"/>
                <a:sym typeface="Calibri"/>
              </a:defRPr>
            </a:lvl8pPr>
            <a:lvl9pPr lvl="8" algn="r">
              <a:buNone/>
              <a:defRPr sz="13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7"/>
          <p:cNvSpPr txBox="1">
            <a:spLocks noGrp="1"/>
          </p:cNvSpPr>
          <p:nvPr>
            <p:ph type="ctrTitle"/>
          </p:nvPr>
        </p:nvSpPr>
        <p:spPr>
          <a:xfrm>
            <a:off x="1400700" y="2795125"/>
            <a:ext cx="6342600" cy="839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Clr>
                <a:srgbClr val="1E4E79"/>
              </a:buClr>
              <a:buSzPts val="3300"/>
              <a:buFont typeface="Calibri"/>
              <a:buNone/>
            </a:pPr>
            <a:r>
              <a:rPr lang="en-US" sz="2400" b="0"/>
              <a:t>Chapter 5: Design Patterns</a:t>
            </a:r>
            <a:endParaRPr sz="2400">
              <a:solidFill>
                <a:srgbClr val="2E75B5"/>
              </a:solidFill>
            </a:endParaRPr>
          </a:p>
        </p:txBody>
      </p:sp>
      <p:sp>
        <p:nvSpPr>
          <p:cNvPr id="187" name="Google Shape;187;p27"/>
          <p:cNvSpPr txBox="1"/>
          <p:nvPr/>
        </p:nvSpPr>
        <p:spPr>
          <a:xfrm>
            <a:off x="2252676" y="4804219"/>
            <a:ext cx="4384800" cy="378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200"/>
              <a:buFont typeface="Hanken Grotesk"/>
              <a:buNone/>
            </a:pPr>
            <a:r>
              <a:rPr lang="en-US" sz="700">
                <a:solidFill>
                  <a:schemeClr val="dk1"/>
                </a:solidFill>
                <a:latin typeface="Calibri"/>
                <a:ea typeface="Calibri"/>
                <a:cs typeface="Calibri"/>
                <a:sym typeface="Calibri"/>
              </a:rPr>
              <a:t>TP.HCM</a:t>
            </a:r>
            <a:r>
              <a:rPr lang="en-US" sz="700" b="0" i="0" u="none" strike="noStrike" cap="none">
                <a:solidFill>
                  <a:schemeClr val="dk1"/>
                </a:solidFill>
                <a:latin typeface="Calibri"/>
                <a:ea typeface="Calibri"/>
                <a:cs typeface="Calibri"/>
                <a:sym typeface="Calibri"/>
              </a:rPr>
              <a:t>, </a:t>
            </a:r>
            <a:r>
              <a:rPr lang="en-US" sz="700">
                <a:solidFill>
                  <a:schemeClr val="dk1"/>
                </a:solidFill>
                <a:latin typeface="Calibri"/>
                <a:ea typeface="Calibri"/>
                <a:cs typeface="Calibri"/>
                <a:sym typeface="Calibri"/>
              </a:rPr>
              <a:t>03</a:t>
            </a:r>
            <a:r>
              <a:rPr lang="en-US" sz="700" b="0" i="0" u="none" strike="noStrike" cap="none">
                <a:solidFill>
                  <a:schemeClr val="dk1"/>
                </a:solidFill>
                <a:latin typeface="Calibri"/>
                <a:ea typeface="Calibri"/>
                <a:cs typeface="Calibri"/>
                <a:sym typeface="Calibri"/>
              </a:rPr>
              <a:t>/0</a:t>
            </a:r>
            <a:r>
              <a:rPr lang="en-US" sz="700">
                <a:solidFill>
                  <a:schemeClr val="dk1"/>
                </a:solidFill>
                <a:latin typeface="Calibri"/>
                <a:ea typeface="Calibri"/>
                <a:cs typeface="Calibri"/>
                <a:sym typeface="Calibri"/>
              </a:rPr>
              <a:t>1</a:t>
            </a:r>
            <a:r>
              <a:rPr lang="en-US" sz="700" b="0" i="0" u="none" strike="noStrike" cap="none">
                <a:solidFill>
                  <a:schemeClr val="dk1"/>
                </a:solidFill>
                <a:latin typeface="Calibri"/>
                <a:ea typeface="Calibri"/>
                <a:cs typeface="Calibri"/>
                <a:sym typeface="Calibri"/>
              </a:rPr>
              <a:t>/202</a:t>
            </a:r>
            <a:r>
              <a:rPr lang="en-US" sz="700">
                <a:solidFill>
                  <a:schemeClr val="dk1"/>
                </a:solidFill>
                <a:latin typeface="Calibri"/>
                <a:ea typeface="Calibri"/>
                <a:cs typeface="Calibri"/>
                <a:sym typeface="Calibri"/>
              </a:rPr>
              <a:t>5</a:t>
            </a:r>
            <a:endParaRPr/>
          </a:p>
        </p:txBody>
      </p:sp>
      <p:sp>
        <p:nvSpPr>
          <p:cNvPr id="188" name="Google Shape;188;p27"/>
          <p:cNvSpPr txBox="1">
            <a:spLocks noGrp="1"/>
          </p:cNvSpPr>
          <p:nvPr>
            <p:ph type="ctrTitle"/>
          </p:nvPr>
        </p:nvSpPr>
        <p:spPr>
          <a:xfrm>
            <a:off x="3244200" y="1066425"/>
            <a:ext cx="4499100" cy="12495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Clr>
                <a:srgbClr val="1E4E79"/>
              </a:buClr>
              <a:buSzPts val="3300"/>
              <a:buFont typeface="Calibri"/>
              <a:buNone/>
            </a:pPr>
            <a:r>
              <a:rPr lang="en-US"/>
              <a:t>Advanced Programming</a:t>
            </a:r>
            <a:endParaRPr/>
          </a:p>
          <a:p>
            <a:pPr marL="0" lvl="0" indent="0" algn="r" rtl="0">
              <a:lnSpc>
                <a:spcPct val="100000"/>
              </a:lnSpc>
              <a:spcBef>
                <a:spcPts val="0"/>
              </a:spcBef>
              <a:spcAft>
                <a:spcPts val="0"/>
              </a:spcAft>
              <a:buClr>
                <a:srgbClr val="1E4E79"/>
              </a:buClr>
              <a:buSzPts val="3300"/>
              <a:buFont typeface="Calibri"/>
              <a:buNone/>
            </a:pPr>
            <a:r>
              <a:rPr lang="en-US" sz="2400" b="0"/>
              <a:t>CO2039</a:t>
            </a:r>
            <a:endParaRPr sz="2400" b="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title"/>
          </p:nvPr>
        </p:nvSpPr>
        <p:spPr>
          <a:xfrm>
            <a:off x="1908549" y="520050"/>
            <a:ext cx="16719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2600"/>
              <a:buFont typeface="Calibri"/>
              <a:buNone/>
            </a:pPr>
            <a:r>
              <a:rPr lang="en-US"/>
              <a:t>CONTENT</a:t>
            </a:r>
            <a:endParaRPr b="1">
              <a:latin typeface="Calibri"/>
              <a:ea typeface="Calibri"/>
              <a:cs typeface="Calibri"/>
              <a:sym typeface="Calibri"/>
            </a:endParaRPr>
          </a:p>
        </p:txBody>
      </p:sp>
      <p:sp>
        <p:nvSpPr>
          <p:cNvPr id="194" name="Google Shape;194;p28"/>
          <p:cNvSpPr txBox="1">
            <a:spLocks noGrp="1"/>
          </p:cNvSpPr>
          <p:nvPr>
            <p:ph type="title" idx="2"/>
          </p:nvPr>
        </p:nvSpPr>
        <p:spPr>
          <a:xfrm>
            <a:off x="1711310" y="1443600"/>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01</a:t>
            </a:r>
            <a:endParaRPr b="1">
              <a:solidFill>
                <a:srgbClr val="1E4E79"/>
              </a:solidFill>
              <a:latin typeface="Calibri"/>
              <a:ea typeface="Calibri"/>
              <a:cs typeface="Calibri"/>
              <a:sym typeface="Calibri"/>
            </a:endParaRPr>
          </a:p>
        </p:txBody>
      </p:sp>
      <p:sp>
        <p:nvSpPr>
          <p:cNvPr id="195" name="Google Shape;195;p28"/>
          <p:cNvSpPr txBox="1">
            <a:spLocks noGrp="1"/>
          </p:cNvSpPr>
          <p:nvPr>
            <p:ph type="title" idx="4"/>
          </p:nvPr>
        </p:nvSpPr>
        <p:spPr>
          <a:xfrm>
            <a:off x="1711310" y="2011298"/>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02</a:t>
            </a:r>
            <a:endParaRPr b="1">
              <a:solidFill>
                <a:srgbClr val="1E4E79"/>
              </a:solidFill>
              <a:latin typeface="Calibri"/>
              <a:ea typeface="Calibri"/>
              <a:cs typeface="Calibri"/>
              <a:sym typeface="Calibri"/>
            </a:endParaRPr>
          </a:p>
        </p:txBody>
      </p:sp>
      <p:sp>
        <p:nvSpPr>
          <p:cNvPr id="196" name="Google Shape;196;p28"/>
          <p:cNvSpPr txBox="1">
            <a:spLocks noGrp="1"/>
          </p:cNvSpPr>
          <p:nvPr>
            <p:ph type="title" idx="5"/>
          </p:nvPr>
        </p:nvSpPr>
        <p:spPr>
          <a:xfrm>
            <a:off x="1711310" y="2559541"/>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a:t>
            </a:r>
            <a:r>
              <a:rPr lang="en-US">
                <a:solidFill>
                  <a:srgbClr val="1E4E79"/>
                </a:solidFill>
                <a:latin typeface="Calibri"/>
                <a:ea typeface="Calibri"/>
                <a:cs typeface="Calibri"/>
                <a:sym typeface="Calibri"/>
              </a:rPr>
              <a:t>3</a:t>
            </a:r>
            <a:endParaRPr b="1">
              <a:solidFill>
                <a:srgbClr val="1E4E79"/>
              </a:solidFill>
              <a:latin typeface="Calibri"/>
              <a:ea typeface="Calibri"/>
              <a:cs typeface="Calibri"/>
              <a:sym typeface="Calibri"/>
            </a:endParaRPr>
          </a:p>
        </p:txBody>
      </p:sp>
      <p:sp>
        <p:nvSpPr>
          <p:cNvPr id="197" name="Google Shape;197;p28"/>
          <p:cNvSpPr txBox="1">
            <a:spLocks noGrp="1"/>
          </p:cNvSpPr>
          <p:nvPr>
            <p:ph type="subTitle" idx="1"/>
          </p:nvPr>
        </p:nvSpPr>
        <p:spPr>
          <a:xfrm>
            <a:off x="2544900" y="1445413"/>
            <a:ext cx="5479800" cy="4902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INTRODUCTION TO DESIGN PATTERNS</a:t>
            </a:r>
            <a:endParaRPr sz="2000" b="1">
              <a:latin typeface="Calibri"/>
              <a:ea typeface="Calibri"/>
              <a:cs typeface="Calibri"/>
              <a:sym typeface="Calibri"/>
            </a:endParaRPr>
          </a:p>
        </p:txBody>
      </p:sp>
      <p:sp>
        <p:nvSpPr>
          <p:cNvPr id="198" name="Google Shape;198;p28"/>
          <p:cNvSpPr txBox="1">
            <a:spLocks noGrp="1"/>
          </p:cNvSpPr>
          <p:nvPr>
            <p:ph type="subTitle" idx="8"/>
          </p:nvPr>
        </p:nvSpPr>
        <p:spPr>
          <a:xfrm>
            <a:off x="2544908" y="2013085"/>
            <a:ext cx="4071000" cy="4902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CREATIONAL PATTERNS - SINGLETON</a:t>
            </a:r>
            <a:endParaRPr sz="2000"/>
          </a:p>
        </p:txBody>
      </p:sp>
      <p:sp>
        <p:nvSpPr>
          <p:cNvPr id="199" name="Google Shape;199;p28"/>
          <p:cNvSpPr txBox="1">
            <a:spLocks noGrp="1"/>
          </p:cNvSpPr>
          <p:nvPr>
            <p:ph type="subTitle" idx="14"/>
          </p:nvPr>
        </p:nvSpPr>
        <p:spPr>
          <a:xfrm>
            <a:off x="2544900" y="2520088"/>
            <a:ext cx="61245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STRUCTURAL PATTERNS - ADAPTER</a:t>
            </a:r>
            <a:endParaRPr sz="2000"/>
          </a:p>
        </p:txBody>
      </p:sp>
      <p:grpSp>
        <p:nvGrpSpPr>
          <p:cNvPr id="200" name="Google Shape;200;p28"/>
          <p:cNvGrpSpPr/>
          <p:nvPr/>
        </p:nvGrpSpPr>
        <p:grpSpPr>
          <a:xfrm>
            <a:off x="8024595" y="1680150"/>
            <a:ext cx="1193310" cy="3463350"/>
            <a:chOff x="472500" y="1762000"/>
            <a:chExt cx="1193310" cy="3463350"/>
          </a:xfrm>
        </p:grpSpPr>
        <p:grpSp>
          <p:nvGrpSpPr>
            <p:cNvPr id="201" name="Google Shape;201;p28"/>
            <p:cNvGrpSpPr/>
            <p:nvPr/>
          </p:nvGrpSpPr>
          <p:grpSpPr>
            <a:xfrm rot="10800000">
              <a:off x="1172489" y="4265721"/>
              <a:ext cx="493321" cy="357312"/>
              <a:chOff x="1722354" y="229144"/>
              <a:chExt cx="1748743" cy="1266614"/>
            </a:xfrm>
          </p:grpSpPr>
          <p:sp>
            <p:nvSpPr>
              <p:cNvPr id="202" name="Google Shape;202;p2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03" name="Google Shape;203;p2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grpSp>
        <p:sp>
          <p:nvSpPr>
            <p:cNvPr id="204" name="Google Shape;204;p28"/>
            <p:cNvSpPr/>
            <p:nvPr/>
          </p:nvSpPr>
          <p:spPr>
            <a:xfrm>
              <a:off x="472500" y="1762000"/>
              <a:ext cx="700000" cy="3463350"/>
            </a:xfrm>
            <a:custGeom>
              <a:avLst/>
              <a:gdLst/>
              <a:ahLst/>
              <a:cxnLst/>
              <a:rect l="l" t="t" r="r" b="b"/>
              <a:pathLst>
                <a:path w="28000" h="138534" extrusionOk="0">
                  <a:moveTo>
                    <a:pt x="0" y="0"/>
                  </a:moveTo>
                  <a:lnTo>
                    <a:pt x="0" y="65749"/>
                  </a:lnTo>
                  <a:lnTo>
                    <a:pt x="28000" y="81915"/>
                  </a:lnTo>
                  <a:lnTo>
                    <a:pt x="28000" y="109663"/>
                  </a:lnTo>
                  <a:lnTo>
                    <a:pt x="17964" y="115457"/>
                  </a:lnTo>
                  <a:lnTo>
                    <a:pt x="17964" y="138534"/>
                  </a:lnTo>
                </a:path>
              </a:pathLst>
            </a:cu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05" name="Google Shape;205;p28"/>
          <p:cNvSpPr/>
          <p:nvPr/>
        </p:nvSpPr>
        <p:spPr>
          <a:xfrm rot="-5400000">
            <a:off x="1695899" y="703475"/>
            <a:ext cx="228075" cy="197250"/>
          </a:xfrm>
          <a:prstGeom prst="flowChartMerge">
            <a:avLst/>
          </a:prstGeom>
          <a:solidFill>
            <a:srgbClr val="2E75B5"/>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06" name="Google Shape;206;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a:t>
            </a:fld>
            <a:endParaRPr/>
          </a:p>
        </p:txBody>
      </p:sp>
      <p:sp>
        <p:nvSpPr>
          <p:cNvPr id="207" name="Google Shape;207;p28"/>
          <p:cNvSpPr txBox="1">
            <a:spLocks noGrp="1"/>
          </p:cNvSpPr>
          <p:nvPr>
            <p:ph type="title" idx="5"/>
          </p:nvPr>
        </p:nvSpPr>
        <p:spPr>
          <a:xfrm>
            <a:off x="1711310" y="3146916"/>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a:t>
            </a:r>
            <a:r>
              <a:rPr lang="en-US">
                <a:solidFill>
                  <a:srgbClr val="1E4E79"/>
                </a:solidFill>
                <a:latin typeface="Calibri"/>
                <a:ea typeface="Calibri"/>
                <a:cs typeface="Calibri"/>
                <a:sym typeface="Calibri"/>
              </a:rPr>
              <a:t>4</a:t>
            </a:r>
            <a:endParaRPr b="1">
              <a:solidFill>
                <a:srgbClr val="1E4E79"/>
              </a:solidFill>
              <a:latin typeface="Calibri"/>
              <a:ea typeface="Calibri"/>
              <a:cs typeface="Calibri"/>
              <a:sym typeface="Calibri"/>
            </a:endParaRPr>
          </a:p>
        </p:txBody>
      </p:sp>
      <p:sp>
        <p:nvSpPr>
          <p:cNvPr id="208" name="Google Shape;208;p28"/>
          <p:cNvSpPr txBox="1">
            <a:spLocks noGrp="1"/>
          </p:cNvSpPr>
          <p:nvPr>
            <p:ph type="subTitle" idx="14"/>
          </p:nvPr>
        </p:nvSpPr>
        <p:spPr>
          <a:xfrm>
            <a:off x="2544900" y="3107463"/>
            <a:ext cx="61245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BEHAVIORAL PATTERNS - OBSERVER</a:t>
            </a:r>
            <a:endParaRPr sz="2000"/>
          </a:p>
        </p:txBody>
      </p:sp>
      <p:sp>
        <p:nvSpPr>
          <p:cNvPr id="209" name="Google Shape;209;p28"/>
          <p:cNvSpPr txBox="1">
            <a:spLocks noGrp="1"/>
          </p:cNvSpPr>
          <p:nvPr>
            <p:ph type="title" idx="5"/>
          </p:nvPr>
        </p:nvSpPr>
        <p:spPr>
          <a:xfrm>
            <a:off x="1711310" y="3734291"/>
            <a:ext cx="734700" cy="4938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Clr>
                <a:srgbClr val="1E4E79"/>
              </a:buClr>
              <a:buSzPts val="3000"/>
              <a:buNone/>
            </a:pPr>
            <a:r>
              <a:rPr lang="en-US" b="1">
                <a:solidFill>
                  <a:srgbClr val="1E4E79"/>
                </a:solidFill>
                <a:latin typeface="Calibri"/>
                <a:ea typeface="Calibri"/>
                <a:cs typeface="Calibri"/>
                <a:sym typeface="Calibri"/>
              </a:rPr>
              <a:t>0</a:t>
            </a:r>
            <a:r>
              <a:rPr lang="en-US">
                <a:solidFill>
                  <a:srgbClr val="1E4E79"/>
                </a:solidFill>
                <a:latin typeface="Calibri"/>
                <a:ea typeface="Calibri"/>
                <a:cs typeface="Calibri"/>
                <a:sym typeface="Calibri"/>
              </a:rPr>
              <a:t>5</a:t>
            </a:r>
            <a:endParaRPr b="1">
              <a:solidFill>
                <a:srgbClr val="1E4E79"/>
              </a:solidFill>
              <a:latin typeface="Calibri"/>
              <a:ea typeface="Calibri"/>
              <a:cs typeface="Calibri"/>
              <a:sym typeface="Calibri"/>
            </a:endParaRPr>
          </a:p>
        </p:txBody>
      </p:sp>
      <p:sp>
        <p:nvSpPr>
          <p:cNvPr id="210" name="Google Shape;210;p28"/>
          <p:cNvSpPr txBox="1">
            <a:spLocks noGrp="1"/>
          </p:cNvSpPr>
          <p:nvPr>
            <p:ph type="subTitle" idx="14"/>
          </p:nvPr>
        </p:nvSpPr>
        <p:spPr>
          <a:xfrm>
            <a:off x="2544900" y="3694838"/>
            <a:ext cx="6124500" cy="5727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SzPts val="2400"/>
              <a:buNone/>
            </a:pPr>
            <a:r>
              <a:rPr lang="en-US" sz="2000" b="1">
                <a:latin typeface="Calibri"/>
                <a:ea typeface="Calibri"/>
                <a:cs typeface="Calibri"/>
                <a:sym typeface="Calibri"/>
              </a:rPr>
              <a:t>CONCLUSION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9"/>
          <p:cNvSpPr txBox="1">
            <a:spLocks noGrp="1"/>
          </p:cNvSpPr>
          <p:nvPr>
            <p:ph type="title"/>
          </p:nvPr>
        </p:nvSpPr>
        <p:spPr>
          <a:xfrm>
            <a:off x="3510436" y="2078107"/>
            <a:ext cx="36534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INTRODUCTION TO DESIGN PATTERNS</a:t>
            </a:r>
            <a:endParaRPr b="1">
              <a:latin typeface="Calibri"/>
              <a:ea typeface="Calibri"/>
              <a:cs typeface="Calibri"/>
              <a:sym typeface="Calibri"/>
            </a:endParaRPr>
          </a:p>
        </p:txBody>
      </p:sp>
      <p:sp>
        <p:nvSpPr>
          <p:cNvPr id="216" name="Google Shape;216;p29"/>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01</a:t>
            </a:r>
            <a:endParaRPr b="1">
              <a:solidFill>
                <a:srgbClr val="2E75B5"/>
              </a:solidFill>
              <a:latin typeface="Calibri"/>
              <a:ea typeface="Calibri"/>
              <a:cs typeface="Calibri"/>
              <a:sym typeface="Calibri"/>
            </a:endParaRPr>
          </a:p>
        </p:txBody>
      </p:sp>
      <p:sp>
        <p:nvSpPr>
          <p:cNvPr id="217" name="Google Shape;217;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a design pattern?</a:t>
            </a:r>
            <a:endParaRPr/>
          </a:p>
        </p:txBody>
      </p:sp>
      <p:sp>
        <p:nvSpPr>
          <p:cNvPr id="223" name="Google Shape;223;p30"/>
          <p:cNvSpPr txBox="1">
            <a:spLocks noGrp="1"/>
          </p:cNvSpPr>
          <p:nvPr>
            <p:ph type="title"/>
          </p:nvPr>
        </p:nvSpPr>
        <p:spPr>
          <a:xfrm>
            <a:off x="720000" y="1017725"/>
            <a:ext cx="3405600" cy="3371700"/>
          </a:xfrm>
          <a:prstGeom prst="rect">
            <a:avLst/>
          </a:prstGeom>
          <a:noFill/>
          <a:ln>
            <a:noFill/>
          </a:ln>
        </p:spPr>
        <p:txBody>
          <a:bodyPr spcFirstLastPara="1" wrap="square" lIns="91425" tIns="91425" rIns="91425" bIns="91425" anchor="ctr" anchorCtr="0">
            <a:noAutofit/>
          </a:bodyPr>
          <a:lstStyle/>
          <a:p>
            <a:pPr marL="12700" lvl="0" indent="0" algn="l" rtl="0">
              <a:lnSpc>
                <a:spcPct val="150000"/>
              </a:lnSpc>
              <a:spcBef>
                <a:spcPts val="0"/>
              </a:spcBef>
              <a:spcAft>
                <a:spcPts val="0"/>
              </a:spcAft>
              <a:buClr>
                <a:schemeClr val="dk1"/>
              </a:buClr>
              <a:buFont typeface="Arial"/>
              <a:buNone/>
            </a:pPr>
            <a:r>
              <a:rPr lang="en-US" sz="1800" b="0">
                <a:solidFill>
                  <a:schemeClr val="dk1"/>
                </a:solidFill>
              </a:rPr>
              <a:t>Design patterns are </a:t>
            </a:r>
            <a:r>
              <a:rPr lang="en-US" sz="1800">
                <a:solidFill>
                  <a:schemeClr val="dk1"/>
                </a:solidFill>
              </a:rPr>
              <a:t>typical solutions</a:t>
            </a:r>
            <a:r>
              <a:rPr lang="en-US" sz="1800" b="0">
                <a:solidFill>
                  <a:schemeClr val="dk1"/>
                </a:solidFill>
              </a:rPr>
              <a:t> to </a:t>
            </a:r>
            <a:r>
              <a:rPr lang="en-US" sz="1800">
                <a:solidFill>
                  <a:schemeClr val="dk1"/>
                </a:solidFill>
              </a:rPr>
              <a:t>commonly occurring problems</a:t>
            </a:r>
            <a:r>
              <a:rPr lang="en-US" sz="1800" b="0">
                <a:solidFill>
                  <a:schemeClr val="dk1"/>
                </a:solidFill>
              </a:rPr>
              <a:t> in </a:t>
            </a:r>
            <a:r>
              <a:rPr lang="en-US" sz="1800">
                <a:solidFill>
                  <a:schemeClr val="dk1"/>
                </a:solidFill>
              </a:rPr>
              <a:t>software design</a:t>
            </a:r>
            <a:r>
              <a:rPr lang="en-US" sz="1800" b="0">
                <a:solidFill>
                  <a:schemeClr val="dk1"/>
                </a:solidFill>
              </a:rPr>
              <a:t>. </a:t>
            </a:r>
            <a:endParaRPr sz="1800" b="0">
              <a:solidFill>
                <a:schemeClr val="dk1"/>
              </a:solidFill>
            </a:endParaRPr>
          </a:p>
          <a:p>
            <a:pPr marL="12700" lvl="0" indent="0" algn="l" rtl="0">
              <a:lnSpc>
                <a:spcPct val="150000"/>
              </a:lnSpc>
              <a:spcBef>
                <a:spcPts val="0"/>
              </a:spcBef>
              <a:spcAft>
                <a:spcPts val="0"/>
              </a:spcAft>
              <a:buClr>
                <a:schemeClr val="dk1"/>
              </a:buClr>
              <a:buFont typeface="Arial"/>
              <a:buNone/>
            </a:pPr>
            <a:r>
              <a:rPr lang="en-US" sz="1800" b="0">
                <a:solidFill>
                  <a:schemeClr val="dk1"/>
                </a:solidFill>
              </a:rPr>
              <a:t>They are like </a:t>
            </a:r>
            <a:r>
              <a:rPr lang="en-US" sz="1800">
                <a:solidFill>
                  <a:schemeClr val="dk1"/>
                </a:solidFill>
              </a:rPr>
              <a:t>pre-made blueprints</a:t>
            </a:r>
            <a:r>
              <a:rPr lang="en-US" sz="1800" b="0">
                <a:solidFill>
                  <a:schemeClr val="dk1"/>
                </a:solidFill>
              </a:rPr>
              <a:t> that you can </a:t>
            </a:r>
            <a:r>
              <a:rPr lang="en-US" sz="1800">
                <a:solidFill>
                  <a:schemeClr val="dk1"/>
                </a:solidFill>
              </a:rPr>
              <a:t>customize</a:t>
            </a:r>
            <a:r>
              <a:rPr lang="en-US" sz="1800" b="0">
                <a:solidFill>
                  <a:schemeClr val="dk1"/>
                </a:solidFill>
              </a:rPr>
              <a:t> to solve a recurring design problem in your code.</a:t>
            </a:r>
            <a:endParaRPr sz="1800" b="0">
              <a:solidFill>
                <a:schemeClr val="dk1"/>
              </a:solidFill>
            </a:endParaRPr>
          </a:p>
        </p:txBody>
      </p:sp>
      <p:sp>
        <p:nvSpPr>
          <p:cNvPr id="224" name="Google Shape;224;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4</a:t>
            </a:fld>
            <a:endParaRPr/>
          </a:p>
        </p:txBody>
      </p:sp>
      <p:pic>
        <p:nvPicPr>
          <p:cNvPr id="225" name="Google Shape;225;p30"/>
          <p:cNvPicPr preferRelativeResize="0"/>
          <p:nvPr/>
        </p:nvPicPr>
        <p:blipFill>
          <a:blip r:embed="rId3">
            <a:alphaModFix/>
          </a:blip>
          <a:stretch>
            <a:fillRect/>
          </a:stretch>
        </p:blipFill>
        <p:spPr>
          <a:xfrm>
            <a:off x="4221425" y="1059125"/>
            <a:ext cx="4840798" cy="328887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Why should I learn patterns?</a:t>
            </a:r>
            <a:endParaRPr/>
          </a:p>
        </p:txBody>
      </p:sp>
      <p:sp>
        <p:nvSpPr>
          <p:cNvPr id="231" name="Google Shape;231;p31"/>
          <p:cNvSpPr txBox="1">
            <a:spLocks noGrp="1"/>
          </p:cNvSpPr>
          <p:nvPr>
            <p:ph type="title"/>
          </p:nvPr>
        </p:nvSpPr>
        <p:spPr>
          <a:xfrm>
            <a:off x="720000" y="1017725"/>
            <a:ext cx="7704000" cy="3732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1"/>
              </a:buClr>
              <a:buSzPts val="1800"/>
              <a:buFont typeface="Calibri"/>
              <a:buChar char="●"/>
            </a:pPr>
            <a:r>
              <a:rPr lang="en-US" sz="1800" b="0">
                <a:solidFill>
                  <a:schemeClr val="dk1"/>
                </a:solidFill>
              </a:rPr>
              <a:t>Design patterns are a toolkit of </a:t>
            </a:r>
            <a:r>
              <a:rPr lang="en-US" sz="1800">
                <a:solidFill>
                  <a:schemeClr val="dk1"/>
                </a:solidFill>
              </a:rPr>
              <a:t>tried and tested solutions</a:t>
            </a:r>
            <a:r>
              <a:rPr lang="en-US" sz="1800" b="0">
                <a:solidFill>
                  <a:schemeClr val="dk1"/>
                </a:solidFill>
              </a:rPr>
              <a:t> to common problems in software design. Even if you never encounter these problems, knowing patterns is still useful because it teaches you </a:t>
            </a:r>
            <a:r>
              <a:rPr lang="en-US" sz="1800">
                <a:solidFill>
                  <a:schemeClr val="dk1"/>
                </a:solidFill>
              </a:rPr>
              <a:t>how to solve</a:t>
            </a:r>
            <a:r>
              <a:rPr lang="en-US" sz="1800" b="0">
                <a:solidFill>
                  <a:schemeClr val="dk1"/>
                </a:solidFill>
              </a:rPr>
              <a:t> all sorts of </a:t>
            </a:r>
            <a:r>
              <a:rPr lang="en-US" sz="1800">
                <a:solidFill>
                  <a:schemeClr val="dk1"/>
                </a:solidFill>
              </a:rPr>
              <a:t>problems using principles of object-oriented design</a:t>
            </a:r>
            <a:r>
              <a:rPr lang="en-US" sz="1800" b="0">
                <a:solidFill>
                  <a:schemeClr val="dk1"/>
                </a:solidFill>
              </a:rPr>
              <a:t>.</a:t>
            </a:r>
            <a:endParaRPr sz="1800" b="0">
              <a:solidFill>
                <a:schemeClr val="dk1"/>
              </a:solidFill>
            </a:endParaRPr>
          </a:p>
          <a:p>
            <a:pPr marL="457200" lvl="0" indent="-342900" algn="l" rtl="0">
              <a:lnSpc>
                <a:spcPct val="150000"/>
              </a:lnSpc>
              <a:spcBef>
                <a:spcPts val="0"/>
              </a:spcBef>
              <a:spcAft>
                <a:spcPts val="0"/>
              </a:spcAft>
              <a:buClr>
                <a:schemeClr val="dk1"/>
              </a:buClr>
              <a:buSzPts val="1800"/>
              <a:buFont typeface="Calibri"/>
              <a:buChar char="●"/>
            </a:pPr>
            <a:r>
              <a:rPr lang="en-US" sz="1800" b="0">
                <a:solidFill>
                  <a:schemeClr val="dk1"/>
                </a:solidFill>
              </a:rPr>
              <a:t>Design patterns define a </a:t>
            </a:r>
            <a:r>
              <a:rPr lang="en-US" sz="1800">
                <a:solidFill>
                  <a:schemeClr val="dk1"/>
                </a:solidFill>
              </a:rPr>
              <a:t>common language</a:t>
            </a:r>
            <a:r>
              <a:rPr lang="en-US" sz="1800" b="0">
                <a:solidFill>
                  <a:schemeClr val="dk1"/>
                </a:solidFill>
              </a:rPr>
              <a:t> that you and your teammates can use to communicate more efficiently. </a:t>
            </a:r>
            <a:endParaRPr sz="1800" b="0">
              <a:solidFill>
                <a:schemeClr val="dk1"/>
              </a:solidFill>
            </a:endParaRPr>
          </a:p>
          <a:p>
            <a:pPr marL="457200" lvl="0" indent="-342900" algn="l" rtl="0">
              <a:lnSpc>
                <a:spcPct val="150000"/>
              </a:lnSpc>
              <a:spcBef>
                <a:spcPts val="0"/>
              </a:spcBef>
              <a:spcAft>
                <a:spcPts val="0"/>
              </a:spcAft>
              <a:buClr>
                <a:schemeClr val="dk1"/>
              </a:buClr>
              <a:buSzPts val="1800"/>
              <a:buFont typeface="Arial"/>
              <a:buChar char="●"/>
            </a:pPr>
            <a:r>
              <a:rPr lang="en-US" sz="1800" b="0">
                <a:solidFill>
                  <a:schemeClr val="dk1"/>
                </a:solidFill>
              </a:rPr>
              <a:t>Good designers </a:t>
            </a:r>
            <a:r>
              <a:rPr lang="en-US" sz="1800">
                <a:solidFill>
                  <a:schemeClr val="dk1"/>
                </a:solidFill>
              </a:rPr>
              <a:t>don't always start from scratch</a:t>
            </a:r>
            <a:r>
              <a:rPr lang="en-US" sz="1800" b="0">
                <a:solidFill>
                  <a:schemeClr val="dk1"/>
                </a:solidFill>
              </a:rPr>
              <a:t> to solve problems. They often </a:t>
            </a:r>
            <a:r>
              <a:rPr lang="en-US" sz="1800">
                <a:solidFill>
                  <a:schemeClr val="dk1"/>
                </a:solidFill>
              </a:rPr>
              <a:t>use existing solutions</a:t>
            </a:r>
            <a:r>
              <a:rPr lang="en-US" sz="1800" b="0">
                <a:solidFill>
                  <a:schemeClr val="dk1"/>
                </a:solidFill>
              </a:rPr>
              <a:t>!</a:t>
            </a:r>
            <a:endParaRPr sz="1800" b="0">
              <a:solidFill>
                <a:schemeClr val="dk1"/>
              </a:solidFill>
            </a:endParaRPr>
          </a:p>
        </p:txBody>
      </p:sp>
      <p:sp>
        <p:nvSpPr>
          <p:cNvPr id="232" name="Google Shape;232;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Organization</a:t>
            </a:r>
            <a:endParaRPr/>
          </a:p>
        </p:txBody>
      </p:sp>
      <p:sp>
        <p:nvSpPr>
          <p:cNvPr id="238" name="Google Shape;238;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6</a:t>
            </a:fld>
            <a:endParaRPr/>
          </a:p>
        </p:txBody>
      </p:sp>
      <p:pic>
        <p:nvPicPr>
          <p:cNvPr id="239" name="Google Shape;239;p32"/>
          <p:cNvPicPr preferRelativeResize="0"/>
          <p:nvPr/>
        </p:nvPicPr>
        <p:blipFill>
          <a:blip r:embed="rId3">
            <a:alphaModFix/>
          </a:blip>
          <a:stretch>
            <a:fillRect/>
          </a:stretch>
        </p:blipFill>
        <p:spPr>
          <a:xfrm>
            <a:off x="2287663" y="445025"/>
            <a:ext cx="5711478" cy="45893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3"/>
          <p:cNvSpPr txBox="1">
            <a:spLocks noGrp="1"/>
          </p:cNvSpPr>
          <p:nvPr>
            <p:ph type="title"/>
          </p:nvPr>
        </p:nvSpPr>
        <p:spPr>
          <a:xfrm>
            <a:off x="3510425" y="2078100"/>
            <a:ext cx="47172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CREATIONAL PATTERNS - SINGLETON</a:t>
            </a:r>
            <a:endParaRPr b="1">
              <a:latin typeface="Calibri"/>
              <a:ea typeface="Calibri"/>
              <a:cs typeface="Calibri"/>
              <a:sym typeface="Calibri"/>
            </a:endParaRPr>
          </a:p>
        </p:txBody>
      </p:sp>
      <p:sp>
        <p:nvSpPr>
          <p:cNvPr id="245" name="Google Shape;245;p33"/>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2</a:t>
            </a:r>
            <a:endParaRPr b="1">
              <a:solidFill>
                <a:srgbClr val="2E75B5"/>
              </a:solidFill>
              <a:latin typeface="Calibri"/>
              <a:ea typeface="Calibri"/>
              <a:cs typeface="Calibri"/>
              <a:sym typeface="Calibri"/>
            </a:endParaRPr>
          </a:p>
        </p:txBody>
      </p:sp>
      <p:sp>
        <p:nvSpPr>
          <p:cNvPr id="246" name="Google Shape;246;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Singleton?</a:t>
            </a:r>
            <a:endParaRPr/>
          </a:p>
        </p:txBody>
      </p:sp>
      <p:sp>
        <p:nvSpPr>
          <p:cNvPr id="252" name="Google Shape;252;p34"/>
          <p:cNvSpPr txBox="1">
            <a:spLocks noGrp="1"/>
          </p:cNvSpPr>
          <p:nvPr>
            <p:ph type="title"/>
          </p:nvPr>
        </p:nvSpPr>
        <p:spPr>
          <a:xfrm>
            <a:off x="720000" y="887400"/>
            <a:ext cx="7704000" cy="38625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800" b="0">
                <a:solidFill>
                  <a:schemeClr val="dk1"/>
                </a:solidFill>
              </a:rPr>
              <a:t>Singleton is a </a:t>
            </a:r>
            <a:r>
              <a:rPr lang="en-US" sz="1800">
                <a:solidFill>
                  <a:schemeClr val="dk1"/>
                </a:solidFill>
              </a:rPr>
              <a:t>creational design pattern</a:t>
            </a:r>
            <a:r>
              <a:rPr lang="en-US" sz="1800" b="0">
                <a:solidFill>
                  <a:schemeClr val="dk1"/>
                </a:solidFill>
              </a:rPr>
              <a:t> that lets you ensure that </a:t>
            </a:r>
            <a:r>
              <a:rPr lang="en-US" sz="1800">
                <a:solidFill>
                  <a:schemeClr val="dk1"/>
                </a:solidFill>
              </a:rPr>
              <a:t>a class has only one instance</a:t>
            </a:r>
            <a:r>
              <a:rPr lang="en-US" sz="1800" b="0">
                <a:solidFill>
                  <a:schemeClr val="dk1"/>
                </a:solidFill>
              </a:rPr>
              <a:t>, while </a:t>
            </a:r>
            <a:r>
              <a:rPr lang="en-US" sz="1800">
                <a:solidFill>
                  <a:schemeClr val="dk1"/>
                </a:solidFill>
              </a:rPr>
              <a:t>providing a global access point</a:t>
            </a:r>
            <a:r>
              <a:rPr lang="en-US" sz="1800" b="0">
                <a:solidFill>
                  <a:schemeClr val="dk1"/>
                </a:solidFill>
              </a:rPr>
              <a:t> to this instance.</a:t>
            </a:r>
            <a:endParaRPr sz="1800" b="0">
              <a:solidFill>
                <a:schemeClr val="dk1"/>
              </a:solidFill>
            </a:endParaRPr>
          </a:p>
          <a:p>
            <a:pPr marL="0" lvl="0" indent="0" algn="l" rtl="0">
              <a:lnSpc>
                <a:spcPct val="150000"/>
              </a:lnSpc>
              <a:spcBef>
                <a:spcPts val="0"/>
              </a:spcBef>
              <a:spcAft>
                <a:spcPts val="0"/>
              </a:spcAft>
              <a:buNone/>
            </a:pPr>
            <a:r>
              <a:rPr lang="en-US" sz="2400">
                <a:solidFill>
                  <a:schemeClr val="dk1"/>
                </a:solidFill>
              </a:rPr>
              <a:t>WHY?</a:t>
            </a:r>
            <a:r>
              <a:rPr lang="en-US" sz="1800" b="0">
                <a:solidFill>
                  <a:schemeClr val="dk1"/>
                </a:solidFill>
              </a:rPr>
              <a:t> Solve </a:t>
            </a:r>
            <a:r>
              <a:rPr lang="en-US" sz="1800">
                <a:solidFill>
                  <a:schemeClr val="dk1"/>
                </a:solidFill>
              </a:rPr>
              <a:t>2 problems</a:t>
            </a:r>
            <a:r>
              <a:rPr lang="en-US" sz="1800" b="0">
                <a:solidFill>
                  <a:schemeClr val="dk1"/>
                </a:solidFill>
              </a:rPr>
              <a:t> violating </a:t>
            </a:r>
            <a:r>
              <a:rPr lang="en-US" sz="1800" b="0" i="1">
                <a:solidFill>
                  <a:schemeClr val="dk1"/>
                </a:solidFill>
              </a:rPr>
              <a:t>Single Responsibility Principle</a:t>
            </a:r>
            <a:r>
              <a:rPr lang="en-US" sz="1800" b="0">
                <a:solidFill>
                  <a:schemeClr val="dk1"/>
                </a:solidFill>
              </a:rPr>
              <a:t>:</a:t>
            </a:r>
            <a:endParaRPr sz="1800" b="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Ensure a single instance</a:t>
            </a:r>
            <a:endParaRPr sz="1800">
              <a:solidFill>
                <a:schemeClr val="dk1"/>
              </a:solidFill>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Prevent multiple instances of a class.</a:t>
            </a:r>
            <a:endParaRPr sz="1800">
              <a:solidFill>
                <a:schemeClr val="dk1"/>
              </a:solidFill>
              <a:latin typeface="Calibri"/>
              <a:ea typeface="Calibri"/>
              <a:cs typeface="Calibri"/>
              <a:sym typeface="Calibri"/>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Control access to shared resources (e.g., database, files).</a:t>
            </a:r>
            <a:endParaRPr sz="1800">
              <a:solidFill>
                <a:schemeClr val="dk1"/>
              </a:solidFill>
              <a:latin typeface="Calibri"/>
              <a:ea typeface="Calibri"/>
              <a:cs typeface="Calibri"/>
              <a:sym typeface="Calibri"/>
            </a:endParaRPr>
          </a:p>
          <a:p>
            <a:pPr marL="457200" lvl="0" indent="-342900" algn="l" rtl="0">
              <a:lnSpc>
                <a:spcPct val="150000"/>
              </a:lnSpc>
              <a:spcBef>
                <a:spcPts val="0"/>
              </a:spcBef>
              <a:spcAft>
                <a:spcPts val="0"/>
              </a:spcAft>
              <a:buClr>
                <a:schemeClr val="dk1"/>
              </a:buClr>
              <a:buSzPts val="1800"/>
              <a:buChar char="●"/>
            </a:pPr>
            <a:r>
              <a:rPr lang="en-US" sz="1800">
                <a:solidFill>
                  <a:schemeClr val="dk1"/>
                </a:solidFill>
              </a:rPr>
              <a:t>Provide global access</a:t>
            </a:r>
            <a:endParaRPr sz="1800">
              <a:solidFill>
                <a:schemeClr val="dk1"/>
              </a:solidFill>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Act like a global variable but prevent accidental overwrites.</a:t>
            </a:r>
            <a:endParaRPr sz="1800">
              <a:solidFill>
                <a:schemeClr val="dk1"/>
              </a:solidFill>
              <a:latin typeface="Calibri"/>
              <a:ea typeface="Calibri"/>
              <a:cs typeface="Calibri"/>
              <a:sym typeface="Calibri"/>
            </a:endParaRPr>
          </a:p>
          <a:p>
            <a:pPr marL="914400" lvl="1" indent="-342900" algn="l" rtl="0">
              <a:lnSpc>
                <a:spcPct val="150000"/>
              </a:lnSpc>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Centralize instance management within one class.</a:t>
            </a:r>
            <a:endParaRPr sz="1800">
              <a:solidFill>
                <a:schemeClr val="dk1"/>
              </a:solidFill>
              <a:latin typeface="Calibri"/>
              <a:ea typeface="Calibri"/>
              <a:cs typeface="Calibri"/>
              <a:sym typeface="Calibri"/>
            </a:endParaRPr>
          </a:p>
        </p:txBody>
      </p:sp>
      <p:sp>
        <p:nvSpPr>
          <p:cNvPr id="253" name="Google Shape;253;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Implementation</a:t>
            </a:r>
            <a:endParaRPr/>
          </a:p>
        </p:txBody>
      </p:sp>
      <p:sp>
        <p:nvSpPr>
          <p:cNvPr id="259" name="Google Shape;259;p35"/>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b="0">
                <a:solidFill>
                  <a:schemeClr val="dk1"/>
                </a:solidFill>
              </a:rPr>
              <a:t>All implementations of the Singleton have these </a:t>
            </a:r>
            <a:r>
              <a:rPr lang="en-US" sz="2000">
                <a:solidFill>
                  <a:schemeClr val="dk1"/>
                </a:solidFill>
              </a:rPr>
              <a:t>two steps</a:t>
            </a:r>
            <a:r>
              <a:rPr lang="en-US" sz="2000" b="0">
                <a:solidFill>
                  <a:schemeClr val="dk1"/>
                </a:solidFill>
              </a:rPr>
              <a:t> in common:</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b="0">
                <a:solidFill>
                  <a:schemeClr val="dk1"/>
                </a:solidFill>
              </a:rPr>
              <a:t>Make the </a:t>
            </a:r>
            <a:r>
              <a:rPr lang="en-US" sz="2000">
                <a:solidFill>
                  <a:schemeClr val="dk1"/>
                </a:solidFill>
              </a:rPr>
              <a:t>default constructor private</a:t>
            </a:r>
            <a:r>
              <a:rPr lang="en-US" sz="2000" b="0">
                <a:solidFill>
                  <a:schemeClr val="dk1"/>
                </a:solidFill>
              </a:rPr>
              <a:t>, to prevent other objects from using the </a:t>
            </a:r>
            <a:r>
              <a:rPr lang="en-US" sz="2000" b="0">
                <a:solidFill>
                  <a:schemeClr val="dk1"/>
                </a:solidFill>
                <a:latin typeface="Courier New"/>
                <a:ea typeface="Courier New"/>
                <a:cs typeface="Courier New"/>
                <a:sym typeface="Courier New"/>
              </a:rPr>
              <a:t>new</a:t>
            </a:r>
            <a:r>
              <a:rPr lang="en-US" sz="2000" b="0">
                <a:solidFill>
                  <a:schemeClr val="dk1"/>
                </a:solidFill>
              </a:rPr>
              <a:t> operator with the Singleton class.</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b="0">
                <a:solidFill>
                  <a:schemeClr val="dk1"/>
                </a:solidFill>
              </a:rPr>
              <a:t>Create a </a:t>
            </a:r>
            <a:r>
              <a:rPr lang="en-US" sz="2000">
                <a:solidFill>
                  <a:schemeClr val="dk1"/>
                </a:solidFill>
              </a:rPr>
              <a:t>static creation method</a:t>
            </a:r>
            <a:r>
              <a:rPr lang="en-US" sz="2000" b="0">
                <a:solidFill>
                  <a:schemeClr val="dk1"/>
                </a:solidFill>
              </a:rPr>
              <a:t> that acts as a constructor. Under the hood, this method calls the private constructor to create an object and saves it in a static field. All following calls to this method return the cached object.</a:t>
            </a:r>
            <a:endParaRPr sz="2000" b="0">
              <a:solidFill>
                <a:schemeClr val="dk1"/>
              </a:solidFill>
            </a:endParaRPr>
          </a:p>
        </p:txBody>
      </p:sp>
      <p:sp>
        <p:nvSpPr>
          <p:cNvPr id="260" name="Google Shape;260;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a:t>
            </a:r>
            <a:endParaRPr/>
          </a:p>
        </p:txBody>
      </p:sp>
      <p:sp>
        <p:nvSpPr>
          <p:cNvPr id="266" name="Google Shape;266;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10</a:t>
            </a:fld>
            <a:endParaRPr/>
          </a:p>
        </p:txBody>
      </p:sp>
      <p:pic>
        <p:nvPicPr>
          <p:cNvPr id="267" name="Google Shape;267;p36"/>
          <p:cNvPicPr preferRelativeResize="0"/>
          <p:nvPr/>
        </p:nvPicPr>
        <p:blipFill>
          <a:blip r:embed="rId3">
            <a:alphaModFix/>
          </a:blip>
          <a:stretch>
            <a:fillRect/>
          </a:stretch>
        </p:blipFill>
        <p:spPr>
          <a:xfrm>
            <a:off x="1739213" y="1017725"/>
            <a:ext cx="5665583" cy="38209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Step-by-step instructions</a:t>
            </a:r>
            <a:endParaRPr/>
          </a:p>
        </p:txBody>
      </p:sp>
      <p:sp>
        <p:nvSpPr>
          <p:cNvPr id="273" name="Google Shape;273;p37"/>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Add a private static field</a:t>
            </a:r>
            <a:r>
              <a:rPr lang="en-US" sz="1800" b="0">
                <a:solidFill>
                  <a:schemeClr val="dk1"/>
                </a:solidFill>
              </a:rPr>
              <a:t> to the class for storing the singleton instance.</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Declare a public static creation method</a:t>
            </a:r>
            <a:r>
              <a:rPr lang="en-US" sz="1800" b="0">
                <a:solidFill>
                  <a:schemeClr val="dk1"/>
                </a:solidFill>
              </a:rPr>
              <a:t> for getting the singleton instance.</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Implement “</a:t>
            </a:r>
            <a:r>
              <a:rPr lang="en-US" sz="1800" i="1">
                <a:solidFill>
                  <a:schemeClr val="dk1"/>
                </a:solidFill>
              </a:rPr>
              <a:t>lazy initialization</a:t>
            </a:r>
            <a:r>
              <a:rPr lang="en-US" sz="1800">
                <a:solidFill>
                  <a:schemeClr val="dk1"/>
                </a:solidFill>
              </a:rPr>
              <a:t>”</a:t>
            </a:r>
            <a:r>
              <a:rPr lang="en-US" sz="1800" b="0">
                <a:solidFill>
                  <a:schemeClr val="dk1"/>
                </a:solidFill>
              </a:rPr>
              <a:t> inside the static method. It should create a new object on its first call and put it into the static field. The method should always return that instance on all subsequent calls.</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a:solidFill>
                  <a:schemeClr val="dk1"/>
                </a:solidFill>
              </a:rPr>
              <a:t>Make</a:t>
            </a:r>
            <a:r>
              <a:rPr lang="en-US" sz="1800" b="0">
                <a:solidFill>
                  <a:schemeClr val="dk1"/>
                </a:solidFill>
              </a:rPr>
              <a:t> the </a:t>
            </a:r>
            <a:r>
              <a:rPr lang="en-US" sz="1800">
                <a:solidFill>
                  <a:schemeClr val="dk1"/>
                </a:solidFill>
              </a:rPr>
              <a:t>constructor</a:t>
            </a:r>
            <a:r>
              <a:rPr lang="en-US" sz="1800" b="0">
                <a:solidFill>
                  <a:schemeClr val="dk1"/>
                </a:solidFill>
              </a:rPr>
              <a:t> of the class </a:t>
            </a:r>
            <a:r>
              <a:rPr lang="en-US" sz="1800">
                <a:solidFill>
                  <a:schemeClr val="dk1"/>
                </a:solidFill>
              </a:rPr>
              <a:t>private</a:t>
            </a:r>
            <a:r>
              <a:rPr lang="en-US" sz="1800" b="0">
                <a:solidFill>
                  <a:schemeClr val="dk1"/>
                </a:solidFill>
              </a:rPr>
              <a:t>. The static method of the class will still be able to call the constructor, but not the other objects.</a:t>
            </a:r>
            <a:endParaRPr sz="1800" b="0">
              <a:solidFill>
                <a:schemeClr val="dk1"/>
              </a:solidFill>
            </a:endParaRPr>
          </a:p>
          <a:p>
            <a:pPr marL="457200" lvl="0" indent="-342900" algn="l" rtl="0">
              <a:lnSpc>
                <a:spcPct val="150000"/>
              </a:lnSpc>
              <a:spcBef>
                <a:spcPts val="0"/>
              </a:spcBef>
              <a:spcAft>
                <a:spcPts val="0"/>
              </a:spcAft>
              <a:buClr>
                <a:schemeClr val="dk1"/>
              </a:buClr>
              <a:buSzPts val="1800"/>
              <a:buAutoNum type="arabicPeriod"/>
            </a:pPr>
            <a:r>
              <a:rPr lang="en-US" sz="1800" b="0">
                <a:solidFill>
                  <a:schemeClr val="dk1"/>
                </a:solidFill>
              </a:rPr>
              <a:t>Go over the client code and </a:t>
            </a:r>
            <a:r>
              <a:rPr lang="en-US" sz="1800">
                <a:solidFill>
                  <a:schemeClr val="dk1"/>
                </a:solidFill>
              </a:rPr>
              <a:t>replace all direct calls to</a:t>
            </a:r>
            <a:r>
              <a:rPr lang="en-US" sz="1800" b="0">
                <a:solidFill>
                  <a:schemeClr val="dk1"/>
                </a:solidFill>
              </a:rPr>
              <a:t> </a:t>
            </a:r>
            <a:r>
              <a:rPr lang="en-US" sz="1800">
                <a:solidFill>
                  <a:schemeClr val="dk1"/>
                </a:solidFill>
              </a:rPr>
              <a:t>the singleton’s</a:t>
            </a:r>
            <a:r>
              <a:rPr lang="en-US" sz="1800" b="0">
                <a:solidFill>
                  <a:schemeClr val="dk1"/>
                </a:solidFill>
              </a:rPr>
              <a:t> </a:t>
            </a:r>
            <a:r>
              <a:rPr lang="en-US" sz="1800">
                <a:solidFill>
                  <a:schemeClr val="dk1"/>
                </a:solidFill>
              </a:rPr>
              <a:t>constructor</a:t>
            </a:r>
            <a:r>
              <a:rPr lang="en-US" sz="1800" b="0">
                <a:solidFill>
                  <a:schemeClr val="dk1"/>
                </a:solidFill>
              </a:rPr>
              <a:t> with </a:t>
            </a:r>
            <a:r>
              <a:rPr lang="en-US" sz="1800">
                <a:solidFill>
                  <a:schemeClr val="dk1"/>
                </a:solidFill>
              </a:rPr>
              <a:t>calls to its static creation method</a:t>
            </a:r>
            <a:r>
              <a:rPr lang="en-US" sz="1800" b="0">
                <a:solidFill>
                  <a:schemeClr val="dk1"/>
                </a:solidFill>
              </a:rPr>
              <a:t>.</a:t>
            </a:r>
            <a:endParaRPr sz="1800" b="0">
              <a:solidFill>
                <a:schemeClr val="dk1"/>
              </a:solidFill>
            </a:endParaRPr>
          </a:p>
        </p:txBody>
      </p:sp>
      <p:sp>
        <p:nvSpPr>
          <p:cNvPr id="274" name="Google Shape;274;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8"/>
          <p:cNvSpPr txBox="1">
            <a:spLocks noGrp="1"/>
          </p:cNvSpPr>
          <p:nvPr>
            <p:ph type="title"/>
          </p:nvPr>
        </p:nvSpPr>
        <p:spPr>
          <a:xfrm>
            <a:off x="3510425" y="2078100"/>
            <a:ext cx="47172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STRUCTURAL PATTERNS - ADAPTER</a:t>
            </a:r>
            <a:endParaRPr b="1">
              <a:latin typeface="Calibri"/>
              <a:ea typeface="Calibri"/>
              <a:cs typeface="Calibri"/>
              <a:sym typeface="Calibri"/>
            </a:endParaRPr>
          </a:p>
        </p:txBody>
      </p:sp>
      <p:sp>
        <p:nvSpPr>
          <p:cNvPr id="280" name="Google Shape;280;p38"/>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3</a:t>
            </a:r>
            <a:endParaRPr b="1">
              <a:solidFill>
                <a:srgbClr val="2E75B5"/>
              </a:solidFill>
              <a:latin typeface="Calibri"/>
              <a:ea typeface="Calibri"/>
              <a:cs typeface="Calibri"/>
              <a:sym typeface="Calibri"/>
            </a:endParaRPr>
          </a:p>
        </p:txBody>
      </p:sp>
      <p:sp>
        <p:nvSpPr>
          <p:cNvPr id="281" name="Google Shape;281;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Adapter?</a:t>
            </a:r>
            <a:endParaRPr/>
          </a:p>
        </p:txBody>
      </p:sp>
      <p:sp>
        <p:nvSpPr>
          <p:cNvPr id="287" name="Google Shape;287;p39"/>
          <p:cNvSpPr txBox="1">
            <a:spLocks noGrp="1"/>
          </p:cNvSpPr>
          <p:nvPr>
            <p:ph type="title"/>
          </p:nvPr>
        </p:nvSpPr>
        <p:spPr>
          <a:xfrm>
            <a:off x="720000" y="887400"/>
            <a:ext cx="4520100" cy="38625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800" b="0">
                <a:solidFill>
                  <a:schemeClr val="dk1"/>
                </a:solidFill>
              </a:rPr>
              <a:t>Adapter is a structural design pattern that allows objects with incompatible interfaces to collaborate.</a:t>
            </a:r>
            <a:endParaRPr sz="1800" b="0">
              <a:solidFill>
                <a:schemeClr val="dk1"/>
              </a:solidFill>
            </a:endParaRPr>
          </a:p>
          <a:p>
            <a:pPr marL="0" lvl="0" indent="0" algn="l" rtl="0">
              <a:lnSpc>
                <a:spcPct val="150000"/>
              </a:lnSpc>
              <a:spcBef>
                <a:spcPts val="0"/>
              </a:spcBef>
              <a:spcAft>
                <a:spcPts val="0"/>
              </a:spcAft>
              <a:buNone/>
            </a:pPr>
            <a:r>
              <a:rPr lang="en-US" sz="2400">
                <a:solidFill>
                  <a:schemeClr val="dk1"/>
                </a:solidFill>
              </a:rPr>
              <a:t>WHY?</a:t>
            </a:r>
            <a:r>
              <a:rPr lang="en-US" sz="1800" b="0">
                <a:solidFill>
                  <a:schemeClr val="dk1"/>
                </a:solidFill>
              </a:rPr>
              <a:t> Solve compatibility issue - bridge incompatible interfaces</a:t>
            </a:r>
            <a:endParaRPr sz="1800" b="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b="0">
                <a:solidFill>
                  <a:schemeClr val="dk1"/>
                </a:solidFill>
              </a:rPr>
              <a:t>Allow two incompatible classes to work together.</a:t>
            </a:r>
            <a:endParaRPr sz="1800" b="0">
              <a:solidFill>
                <a:schemeClr val="dk1"/>
              </a:solidFill>
            </a:endParaRPr>
          </a:p>
          <a:p>
            <a:pPr marL="457200" lvl="0" indent="-342900" algn="l" rtl="0">
              <a:lnSpc>
                <a:spcPct val="150000"/>
              </a:lnSpc>
              <a:spcBef>
                <a:spcPts val="0"/>
              </a:spcBef>
              <a:spcAft>
                <a:spcPts val="0"/>
              </a:spcAft>
              <a:buClr>
                <a:schemeClr val="dk1"/>
              </a:buClr>
              <a:buSzPts val="1800"/>
              <a:buChar char="●"/>
            </a:pPr>
            <a:r>
              <a:rPr lang="en-US" sz="1800" b="0">
                <a:solidFill>
                  <a:schemeClr val="dk1"/>
                </a:solidFill>
              </a:rPr>
              <a:t>Convert one interface into another expected by the client.</a:t>
            </a:r>
            <a:endParaRPr sz="1800" b="0">
              <a:solidFill>
                <a:schemeClr val="dk1"/>
              </a:solidFill>
            </a:endParaRPr>
          </a:p>
        </p:txBody>
      </p:sp>
      <p:sp>
        <p:nvSpPr>
          <p:cNvPr id="288" name="Google Shape;288;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13</a:t>
            </a:fld>
            <a:endParaRPr/>
          </a:p>
        </p:txBody>
      </p:sp>
      <p:pic>
        <p:nvPicPr>
          <p:cNvPr id="289" name="Google Shape;289;p39"/>
          <p:cNvPicPr preferRelativeResize="0"/>
          <p:nvPr/>
        </p:nvPicPr>
        <p:blipFill>
          <a:blip r:embed="rId3">
            <a:alphaModFix/>
          </a:blip>
          <a:stretch>
            <a:fillRect/>
          </a:stretch>
        </p:blipFill>
        <p:spPr>
          <a:xfrm>
            <a:off x="5240200" y="1661925"/>
            <a:ext cx="3238825" cy="2313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Implementation</a:t>
            </a:r>
            <a:endParaRPr/>
          </a:p>
        </p:txBody>
      </p:sp>
      <p:sp>
        <p:nvSpPr>
          <p:cNvPr id="295" name="Google Shape;295;p40"/>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a:solidFill>
                  <a:schemeClr val="dk1"/>
                </a:solidFill>
              </a:rPr>
              <a:t>Hide complexity</a:t>
            </a:r>
            <a:r>
              <a:rPr lang="en-US" sz="2000" b="0">
                <a:solidFill>
                  <a:schemeClr val="dk1"/>
                </a:solidFill>
              </a:rPr>
              <a:t>: Wrap an object to handle conversion behind the scenes.</a:t>
            </a:r>
            <a:endParaRPr sz="2000" b="0">
              <a:solidFill>
                <a:schemeClr val="dk1"/>
              </a:solidFill>
            </a:endParaRPr>
          </a:p>
          <a:p>
            <a:pPr marL="0" lvl="0" indent="0" algn="l" rtl="0">
              <a:lnSpc>
                <a:spcPct val="150000"/>
              </a:lnSpc>
              <a:spcBef>
                <a:spcPts val="0"/>
              </a:spcBef>
              <a:spcAft>
                <a:spcPts val="0"/>
              </a:spcAft>
              <a:buNone/>
            </a:pPr>
            <a:r>
              <a:rPr lang="en-US" sz="2000">
                <a:solidFill>
                  <a:schemeClr val="dk1"/>
                </a:solidFill>
              </a:rPr>
              <a:t>Bridge interface</a:t>
            </a:r>
            <a:r>
              <a:rPr lang="en-US" sz="2000" b="0">
                <a:solidFill>
                  <a:schemeClr val="dk1"/>
                </a:solidFill>
              </a:rPr>
              <a:t>: Allow incompatible objects to work together.</a:t>
            </a:r>
            <a:endParaRPr sz="2000" b="0">
              <a:solidFill>
                <a:schemeClr val="dk1"/>
              </a:solidFill>
            </a:endParaRPr>
          </a:p>
          <a:p>
            <a:pPr marL="0" lvl="0" indent="0" algn="l" rtl="0">
              <a:lnSpc>
                <a:spcPct val="150000"/>
              </a:lnSpc>
              <a:spcBef>
                <a:spcPts val="0"/>
              </a:spcBef>
              <a:spcAft>
                <a:spcPts val="0"/>
              </a:spcAft>
              <a:buNone/>
            </a:pPr>
            <a:r>
              <a:rPr lang="en-US" sz="2000" b="0">
                <a:solidFill>
                  <a:schemeClr val="dk1"/>
                </a:solidFill>
              </a:rPr>
              <a:t>How it works:</a:t>
            </a:r>
            <a:endParaRPr sz="2000" b="0">
              <a:solidFill>
                <a:schemeClr val="dk1"/>
              </a:solidFill>
            </a:endParaRPr>
          </a:p>
          <a:p>
            <a:pPr marL="457200" lvl="0" indent="-355600" algn="l" rtl="0">
              <a:lnSpc>
                <a:spcPct val="150000"/>
              </a:lnSpc>
              <a:spcBef>
                <a:spcPts val="0"/>
              </a:spcBef>
              <a:spcAft>
                <a:spcPts val="0"/>
              </a:spcAft>
              <a:buClr>
                <a:schemeClr val="dk1"/>
              </a:buClr>
              <a:buSzPts val="2000"/>
              <a:buAutoNum type="arabicPeriod"/>
            </a:pPr>
            <a:r>
              <a:rPr lang="en-US" sz="2000" b="0">
                <a:solidFill>
                  <a:schemeClr val="dk1"/>
                </a:solidFill>
              </a:rPr>
              <a:t>Adapter provides an </a:t>
            </a:r>
            <a:r>
              <a:rPr lang="en-US" sz="2000">
                <a:solidFill>
                  <a:schemeClr val="dk1"/>
                </a:solidFill>
              </a:rPr>
              <a:t>interface</a:t>
            </a:r>
            <a:r>
              <a:rPr lang="en-US" sz="2000" b="0">
                <a:solidFill>
                  <a:schemeClr val="dk1"/>
                </a:solidFill>
              </a:rPr>
              <a:t> matching the client’s needs.</a:t>
            </a:r>
            <a:endParaRPr sz="2000" b="0">
              <a:solidFill>
                <a:schemeClr val="dk1"/>
              </a:solidFill>
            </a:endParaRPr>
          </a:p>
          <a:p>
            <a:pPr marL="457200" lvl="0" indent="-355600" algn="l" rtl="0">
              <a:lnSpc>
                <a:spcPct val="150000"/>
              </a:lnSpc>
              <a:spcBef>
                <a:spcPts val="0"/>
              </a:spcBef>
              <a:spcAft>
                <a:spcPts val="0"/>
              </a:spcAft>
              <a:buClr>
                <a:schemeClr val="dk1"/>
              </a:buClr>
              <a:buSzPts val="2000"/>
              <a:buAutoNum type="arabicPeriod"/>
            </a:pPr>
            <a:r>
              <a:rPr lang="en-US" sz="2000" b="0">
                <a:solidFill>
                  <a:schemeClr val="dk1"/>
                </a:solidFill>
              </a:rPr>
              <a:t>Client </a:t>
            </a:r>
            <a:r>
              <a:rPr lang="en-US" sz="2000">
                <a:solidFill>
                  <a:schemeClr val="dk1"/>
                </a:solidFill>
              </a:rPr>
              <a:t>calls</a:t>
            </a:r>
            <a:r>
              <a:rPr lang="en-US" sz="2000" b="0">
                <a:solidFill>
                  <a:schemeClr val="dk1"/>
                </a:solidFill>
              </a:rPr>
              <a:t> the </a:t>
            </a:r>
            <a:r>
              <a:rPr lang="en-US" sz="2000">
                <a:solidFill>
                  <a:schemeClr val="dk1"/>
                </a:solidFill>
              </a:rPr>
              <a:t>adapter’s methods</a:t>
            </a:r>
            <a:r>
              <a:rPr lang="en-US" sz="2000" b="0">
                <a:solidFill>
                  <a:schemeClr val="dk1"/>
                </a:solidFill>
              </a:rPr>
              <a:t>.</a:t>
            </a:r>
            <a:endParaRPr sz="2000" b="0">
              <a:solidFill>
                <a:schemeClr val="dk1"/>
              </a:solidFill>
            </a:endParaRPr>
          </a:p>
          <a:p>
            <a:pPr marL="457200" lvl="0" indent="-355600" algn="l" rtl="0">
              <a:lnSpc>
                <a:spcPct val="150000"/>
              </a:lnSpc>
              <a:spcBef>
                <a:spcPts val="0"/>
              </a:spcBef>
              <a:spcAft>
                <a:spcPts val="0"/>
              </a:spcAft>
              <a:buClr>
                <a:schemeClr val="dk1"/>
              </a:buClr>
              <a:buSzPts val="2000"/>
              <a:buAutoNum type="arabicPeriod"/>
            </a:pPr>
            <a:r>
              <a:rPr lang="en-US" sz="2000" b="0">
                <a:solidFill>
                  <a:schemeClr val="dk1"/>
                </a:solidFill>
              </a:rPr>
              <a:t>Adapter </a:t>
            </a:r>
            <a:r>
              <a:rPr lang="en-US" sz="2000">
                <a:solidFill>
                  <a:schemeClr val="dk1"/>
                </a:solidFill>
              </a:rPr>
              <a:t>translates the request</a:t>
            </a:r>
            <a:r>
              <a:rPr lang="en-US" sz="2000" b="0">
                <a:solidFill>
                  <a:schemeClr val="dk1"/>
                </a:solidFill>
              </a:rPr>
              <a:t> and </a:t>
            </a:r>
            <a:r>
              <a:rPr lang="en-US" sz="2000">
                <a:solidFill>
                  <a:schemeClr val="dk1"/>
                </a:solidFill>
              </a:rPr>
              <a:t>forwards</a:t>
            </a:r>
            <a:r>
              <a:rPr lang="en-US" sz="2000" b="0">
                <a:solidFill>
                  <a:schemeClr val="dk1"/>
                </a:solidFill>
              </a:rPr>
              <a:t> it </a:t>
            </a:r>
            <a:r>
              <a:rPr lang="en-US" sz="2000">
                <a:solidFill>
                  <a:schemeClr val="dk1"/>
                </a:solidFill>
              </a:rPr>
              <a:t>to the target object</a:t>
            </a:r>
            <a:r>
              <a:rPr lang="en-US" sz="2000" b="0">
                <a:solidFill>
                  <a:schemeClr val="dk1"/>
                </a:solidFill>
              </a:rPr>
              <a:t>.</a:t>
            </a:r>
            <a:endParaRPr sz="2000" b="0">
              <a:solidFill>
                <a:schemeClr val="dk1"/>
              </a:solidFill>
            </a:endParaRPr>
          </a:p>
        </p:txBody>
      </p:sp>
      <p:sp>
        <p:nvSpPr>
          <p:cNvPr id="296" name="Google Shape;296;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 - Object adapter</a:t>
            </a:r>
            <a:endParaRPr/>
          </a:p>
        </p:txBody>
      </p:sp>
      <p:sp>
        <p:nvSpPr>
          <p:cNvPr id="302" name="Google Shape;302;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15</a:t>
            </a:fld>
            <a:endParaRPr/>
          </a:p>
        </p:txBody>
      </p:sp>
      <p:pic>
        <p:nvPicPr>
          <p:cNvPr id="303" name="Google Shape;303;p41"/>
          <p:cNvPicPr preferRelativeResize="0"/>
          <p:nvPr/>
        </p:nvPicPr>
        <p:blipFill>
          <a:blip r:embed="rId3">
            <a:alphaModFix/>
          </a:blip>
          <a:stretch>
            <a:fillRect/>
          </a:stretch>
        </p:blipFill>
        <p:spPr>
          <a:xfrm>
            <a:off x="1109238" y="928875"/>
            <a:ext cx="6925516" cy="38209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 - Class adapter</a:t>
            </a:r>
            <a:endParaRPr/>
          </a:p>
        </p:txBody>
      </p:sp>
      <p:sp>
        <p:nvSpPr>
          <p:cNvPr id="309" name="Google Shape;309;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16</a:t>
            </a:fld>
            <a:endParaRPr/>
          </a:p>
        </p:txBody>
      </p:sp>
      <p:pic>
        <p:nvPicPr>
          <p:cNvPr id="310" name="Google Shape;310;p42"/>
          <p:cNvPicPr preferRelativeResize="0"/>
          <p:nvPr/>
        </p:nvPicPr>
        <p:blipFill>
          <a:blip r:embed="rId3">
            <a:alphaModFix/>
          </a:blip>
          <a:stretch>
            <a:fillRect/>
          </a:stretch>
        </p:blipFill>
        <p:spPr>
          <a:xfrm>
            <a:off x="1288350" y="928875"/>
            <a:ext cx="6567303" cy="38209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Step-by-step instructions</a:t>
            </a:r>
            <a:endParaRPr/>
          </a:p>
        </p:txBody>
      </p:sp>
      <p:sp>
        <p:nvSpPr>
          <p:cNvPr id="316" name="Google Shape;316;p43"/>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Clr>
                <a:schemeClr val="dk1"/>
              </a:buClr>
              <a:buSzPts val="1600"/>
              <a:buAutoNum type="arabicPeriod"/>
            </a:pPr>
            <a:r>
              <a:rPr lang="en-US" sz="1600" b="0">
                <a:solidFill>
                  <a:schemeClr val="dk1"/>
                </a:solidFill>
              </a:rPr>
              <a:t>Make sure that you have </a:t>
            </a:r>
            <a:r>
              <a:rPr lang="en-US" sz="1600">
                <a:solidFill>
                  <a:schemeClr val="dk1"/>
                </a:solidFill>
              </a:rPr>
              <a:t>at least two classes</a:t>
            </a:r>
            <a:r>
              <a:rPr lang="en-US" sz="1600" b="0">
                <a:solidFill>
                  <a:schemeClr val="dk1"/>
                </a:solidFill>
              </a:rPr>
              <a:t> with </a:t>
            </a:r>
            <a:r>
              <a:rPr lang="en-US" sz="1600">
                <a:solidFill>
                  <a:schemeClr val="dk1"/>
                </a:solidFill>
              </a:rPr>
              <a:t>incompatible interfaces</a:t>
            </a:r>
            <a:r>
              <a:rPr lang="en-US" sz="1600" b="0">
                <a:solidFill>
                  <a:schemeClr val="dk1"/>
                </a:solidFill>
              </a:rPr>
              <a:t>:</a:t>
            </a:r>
            <a:endParaRPr sz="1600" b="0">
              <a:solidFill>
                <a:schemeClr val="dk1"/>
              </a:solidFill>
            </a:endParaRPr>
          </a:p>
          <a:p>
            <a:pPr marL="914400" lvl="1" indent="-330200" algn="l" rtl="0">
              <a:lnSpc>
                <a:spcPct val="150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A useful service class, which you can’t change.</a:t>
            </a:r>
            <a:endParaRPr sz="1600">
              <a:solidFill>
                <a:schemeClr val="dk1"/>
              </a:solidFill>
              <a:latin typeface="Calibri"/>
              <a:ea typeface="Calibri"/>
              <a:cs typeface="Calibri"/>
              <a:sym typeface="Calibri"/>
            </a:endParaRPr>
          </a:p>
          <a:p>
            <a:pPr marL="914400" lvl="1" indent="-330200" algn="l" rtl="0">
              <a:lnSpc>
                <a:spcPct val="150000"/>
              </a:lnSpc>
              <a:spcBef>
                <a:spcPts val="0"/>
              </a:spcBef>
              <a:spcAft>
                <a:spcPts val="0"/>
              </a:spcAft>
              <a:buClr>
                <a:schemeClr val="dk1"/>
              </a:buClr>
              <a:buSzPts val="1600"/>
              <a:buFont typeface="Calibri"/>
              <a:buAutoNum type="alphaLcPeriod"/>
            </a:pPr>
            <a:r>
              <a:rPr lang="en-US" sz="1600">
                <a:solidFill>
                  <a:schemeClr val="dk1"/>
                </a:solidFill>
                <a:latin typeface="Calibri"/>
                <a:ea typeface="Calibri"/>
                <a:cs typeface="Calibri"/>
                <a:sym typeface="Calibri"/>
              </a:rPr>
              <a:t>One or several client classes that would benefit from using the service class.</a:t>
            </a:r>
            <a:endParaRPr sz="1600">
              <a:solidFill>
                <a:schemeClr val="dk1"/>
              </a:solidFill>
              <a:latin typeface="Calibri"/>
              <a:ea typeface="Calibri"/>
              <a:cs typeface="Calibri"/>
              <a:sym typeface="Calibri"/>
            </a:endParaRPr>
          </a:p>
          <a:p>
            <a:pPr marL="457200" lvl="0" indent="-330200" algn="l" rtl="0">
              <a:lnSpc>
                <a:spcPct val="150000"/>
              </a:lnSpc>
              <a:spcBef>
                <a:spcPts val="0"/>
              </a:spcBef>
              <a:spcAft>
                <a:spcPts val="0"/>
              </a:spcAft>
              <a:buClr>
                <a:schemeClr val="dk1"/>
              </a:buClr>
              <a:buSzPts val="1600"/>
              <a:buAutoNum type="arabicPeriod"/>
            </a:pPr>
            <a:r>
              <a:rPr lang="en-US" sz="1600">
                <a:solidFill>
                  <a:schemeClr val="dk1"/>
                </a:solidFill>
              </a:rPr>
              <a:t>Declare the client interface</a:t>
            </a:r>
            <a:r>
              <a:rPr lang="en-US" sz="1600" b="0">
                <a:solidFill>
                  <a:schemeClr val="dk1"/>
                </a:solidFill>
              </a:rPr>
              <a:t> and describe how clients communicate with the service.</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a:solidFill>
                  <a:schemeClr val="dk1"/>
                </a:solidFill>
              </a:rPr>
              <a:t>Create the adapter class</a:t>
            </a:r>
            <a:r>
              <a:rPr lang="en-US" sz="1600" b="0">
                <a:solidFill>
                  <a:schemeClr val="dk1"/>
                </a:solidFill>
              </a:rPr>
              <a:t> and make it follow the client interface. Leave all the methods empty for now.</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a:solidFill>
                  <a:schemeClr val="dk1"/>
                </a:solidFill>
              </a:rPr>
              <a:t>Add a field to the adapter class</a:t>
            </a:r>
            <a:r>
              <a:rPr lang="en-US" sz="1600" b="0">
                <a:solidFill>
                  <a:schemeClr val="dk1"/>
                </a:solidFill>
              </a:rPr>
              <a:t> to store a reference to the service object. </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b="0">
                <a:solidFill>
                  <a:schemeClr val="dk1"/>
                </a:solidFill>
              </a:rPr>
              <a:t>One by one, implement </a:t>
            </a:r>
            <a:r>
              <a:rPr lang="en-US" sz="1600">
                <a:solidFill>
                  <a:schemeClr val="dk1"/>
                </a:solidFill>
              </a:rPr>
              <a:t>all methods</a:t>
            </a:r>
            <a:r>
              <a:rPr lang="en-US" sz="1600" b="0">
                <a:solidFill>
                  <a:schemeClr val="dk1"/>
                </a:solidFill>
              </a:rPr>
              <a:t> of the </a:t>
            </a:r>
            <a:r>
              <a:rPr lang="en-US" sz="1600">
                <a:solidFill>
                  <a:schemeClr val="dk1"/>
                </a:solidFill>
              </a:rPr>
              <a:t>client interface</a:t>
            </a:r>
            <a:r>
              <a:rPr lang="en-US" sz="1600" b="0">
                <a:solidFill>
                  <a:schemeClr val="dk1"/>
                </a:solidFill>
              </a:rPr>
              <a:t> in the </a:t>
            </a:r>
            <a:r>
              <a:rPr lang="en-US" sz="1600">
                <a:solidFill>
                  <a:schemeClr val="dk1"/>
                </a:solidFill>
              </a:rPr>
              <a:t>adapter class</a:t>
            </a:r>
            <a:r>
              <a:rPr lang="en-US" sz="1600" b="0">
                <a:solidFill>
                  <a:schemeClr val="dk1"/>
                </a:solidFill>
              </a:rPr>
              <a:t>. </a:t>
            </a:r>
            <a:endParaRPr sz="1600" b="0">
              <a:solidFill>
                <a:schemeClr val="dk1"/>
              </a:solidFill>
            </a:endParaRPr>
          </a:p>
          <a:p>
            <a:pPr marL="457200" lvl="0" indent="-330200" algn="l" rtl="0">
              <a:lnSpc>
                <a:spcPct val="150000"/>
              </a:lnSpc>
              <a:spcBef>
                <a:spcPts val="0"/>
              </a:spcBef>
              <a:spcAft>
                <a:spcPts val="0"/>
              </a:spcAft>
              <a:buClr>
                <a:schemeClr val="dk1"/>
              </a:buClr>
              <a:buSzPts val="1600"/>
              <a:buAutoNum type="arabicPeriod"/>
            </a:pPr>
            <a:r>
              <a:rPr lang="en-US" sz="1600" b="0">
                <a:solidFill>
                  <a:schemeClr val="dk1"/>
                </a:solidFill>
              </a:rPr>
              <a:t>Clients should </a:t>
            </a:r>
            <a:r>
              <a:rPr lang="en-US" sz="1600">
                <a:solidFill>
                  <a:schemeClr val="dk1"/>
                </a:solidFill>
              </a:rPr>
              <a:t>use the adapter via the client interface</a:t>
            </a:r>
            <a:r>
              <a:rPr lang="en-US" sz="1600" b="0">
                <a:solidFill>
                  <a:schemeClr val="dk1"/>
                </a:solidFill>
              </a:rPr>
              <a:t>. This will let you change or extend the adapters without affecting the client code.</a:t>
            </a:r>
            <a:endParaRPr sz="1600" b="0">
              <a:solidFill>
                <a:schemeClr val="dk1"/>
              </a:solidFill>
            </a:endParaRPr>
          </a:p>
        </p:txBody>
      </p:sp>
      <p:sp>
        <p:nvSpPr>
          <p:cNvPr id="317" name="Google Shape;317;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Example: Sensor problem</a:t>
            </a:r>
            <a:endParaRPr/>
          </a:p>
        </p:txBody>
      </p:sp>
      <p:sp>
        <p:nvSpPr>
          <p:cNvPr id="323" name="Google Shape;323;p44"/>
          <p:cNvSpPr txBox="1">
            <a:spLocks noGrp="1"/>
          </p:cNvSpPr>
          <p:nvPr>
            <p:ph type="title"/>
          </p:nvPr>
        </p:nvSpPr>
        <p:spPr>
          <a:xfrm>
            <a:off x="119100" y="922450"/>
            <a:ext cx="4452900" cy="3827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class TS7000 {</a:t>
            </a:r>
            <a:endParaRPr sz="1400" b="0" dirty="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native double </a:t>
            </a:r>
            <a:r>
              <a:rPr lang="en-US" sz="1400" b="0" dirty="0" err="1">
                <a:solidFill>
                  <a:schemeClr val="dk1"/>
                </a:solidFill>
                <a:latin typeface="Courier New"/>
                <a:ea typeface="Courier New"/>
                <a:cs typeface="Courier New"/>
                <a:sym typeface="Courier New"/>
              </a:rPr>
              <a:t>getTemp</a:t>
            </a: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Clr>
                <a:schemeClr val="dk1"/>
              </a:buClr>
              <a:buSzPts val="1100"/>
              <a:buFont typeface="Arial"/>
              <a:buNone/>
            </a:pP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double sum = 0.0;</a:t>
            </a: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for (int </a:t>
            </a:r>
            <a:r>
              <a:rPr lang="en-US" sz="1400" b="0" dirty="0" err="1">
                <a:solidFill>
                  <a:schemeClr val="dk1"/>
                </a:solidFill>
                <a:latin typeface="Courier New"/>
                <a:ea typeface="Courier New"/>
                <a:cs typeface="Courier New"/>
                <a:sym typeface="Courier New"/>
              </a:rPr>
              <a:t>i</a:t>
            </a:r>
            <a:r>
              <a:rPr lang="en-US" sz="1400" b="0" dirty="0">
                <a:solidFill>
                  <a:schemeClr val="dk1"/>
                </a:solidFill>
                <a:latin typeface="Courier New"/>
                <a:ea typeface="Courier New"/>
                <a:cs typeface="Courier New"/>
                <a:sym typeface="Courier New"/>
              </a:rPr>
              <a:t> = 0; </a:t>
            </a:r>
            <a:r>
              <a:rPr lang="en-US" sz="1400" b="0" dirty="0" err="1">
                <a:solidFill>
                  <a:schemeClr val="dk1"/>
                </a:solidFill>
                <a:latin typeface="Courier New"/>
                <a:ea typeface="Courier New"/>
                <a:cs typeface="Courier New"/>
                <a:sym typeface="Courier New"/>
              </a:rPr>
              <a:t>i</a:t>
            </a:r>
            <a:r>
              <a:rPr lang="en-US" sz="1400" b="0" dirty="0">
                <a:solidFill>
                  <a:schemeClr val="dk1"/>
                </a:solidFill>
                <a:latin typeface="Courier New"/>
                <a:ea typeface="Courier New"/>
                <a:cs typeface="Courier New"/>
                <a:sym typeface="Courier New"/>
              </a:rPr>
              <a:t> &lt; </a:t>
            </a:r>
            <a:r>
              <a:rPr lang="en-US" sz="1400" b="0" dirty="0" err="1">
                <a:solidFill>
                  <a:schemeClr val="dk1"/>
                </a:solidFill>
                <a:latin typeface="Courier New"/>
                <a:ea typeface="Courier New"/>
                <a:cs typeface="Courier New"/>
                <a:sym typeface="Courier New"/>
              </a:rPr>
              <a:t>sensors.length</a:t>
            </a:r>
            <a:r>
              <a:rPr lang="en-US" sz="1400" b="0" dirty="0">
                <a:solidFill>
                  <a:schemeClr val="dk1"/>
                </a:solidFill>
                <a:latin typeface="Courier New"/>
                <a:ea typeface="Courier New"/>
                <a:cs typeface="Courier New"/>
                <a:sym typeface="Courier New"/>
              </a:rPr>
              <a:t>; </a:t>
            </a:r>
            <a:r>
              <a:rPr lang="en-US" sz="1400" b="0" dirty="0" err="1">
                <a:solidFill>
                  <a:schemeClr val="dk1"/>
                </a:solidFill>
                <a:latin typeface="Courier New"/>
                <a:ea typeface="Courier New"/>
                <a:cs typeface="Courier New"/>
                <a:sym typeface="Courier New"/>
              </a:rPr>
              <a:t>i</a:t>
            </a: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45720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sum += sensors[</a:t>
            </a:r>
            <a:r>
              <a:rPr lang="en-US" sz="1400" b="0" dirty="0" err="1">
                <a:solidFill>
                  <a:schemeClr val="dk1"/>
                </a:solidFill>
                <a:latin typeface="Courier New"/>
                <a:ea typeface="Courier New"/>
                <a:cs typeface="Courier New"/>
                <a:sym typeface="Courier New"/>
              </a:rPr>
              <a:t>i</a:t>
            </a:r>
            <a:r>
              <a:rPr lang="en-US" sz="1400" b="0" dirty="0">
                <a:solidFill>
                  <a:schemeClr val="dk1"/>
                </a:solidFill>
                <a:latin typeface="Courier New"/>
                <a:ea typeface="Courier New"/>
                <a:cs typeface="Courier New"/>
                <a:sym typeface="Courier New"/>
              </a:rPr>
              <a:t>].</a:t>
            </a:r>
            <a:r>
              <a:rPr lang="en-US" sz="1400" b="0" dirty="0" err="1">
                <a:solidFill>
                  <a:schemeClr val="dk1"/>
                </a:solidFill>
                <a:latin typeface="Courier New"/>
                <a:ea typeface="Courier New"/>
                <a:cs typeface="Courier New"/>
                <a:sym typeface="Courier New"/>
              </a:rPr>
              <a:t>getTemp</a:t>
            </a: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double </a:t>
            </a:r>
            <a:r>
              <a:rPr lang="en-US" sz="1400" b="0" dirty="0" err="1">
                <a:solidFill>
                  <a:schemeClr val="dk1"/>
                </a:solidFill>
                <a:latin typeface="Courier New"/>
                <a:ea typeface="Courier New"/>
                <a:cs typeface="Courier New"/>
                <a:sym typeface="Courier New"/>
              </a:rPr>
              <a:t>meanTemp</a:t>
            </a:r>
            <a:r>
              <a:rPr lang="en-US" sz="1400" b="0" dirty="0">
                <a:solidFill>
                  <a:schemeClr val="dk1"/>
                </a:solidFill>
                <a:latin typeface="Courier New"/>
                <a:ea typeface="Courier New"/>
                <a:cs typeface="Courier New"/>
                <a:sym typeface="Courier New"/>
              </a:rPr>
              <a:t> = sum / </a:t>
            </a:r>
            <a:r>
              <a:rPr lang="en-US" sz="1400" b="0" dirty="0" err="1">
                <a:solidFill>
                  <a:schemeClr val="dk1"/>
                </a:solidFill>
                <a:latin typeface="Courier New"/>
                <a:ea typeface="Courier New"/>
                <a:cs typeface="Courier New"/>
                <a:sym typeface="Courier New"/>
              </a:rPr>
              <a:t>sensors.length</a:t>
            </a: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p:txBody>
      </p:sp>
      <p:sp>
        <p:nvSpPr>
          <p:cNvPr id="324" name="Google Shape;324;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325" name="Google Shape;325;p44"/>
          <p:cNvSpPr txBox="1">
            <a:spLocks noGrp="1"/>
          </p:cNvSpPr>
          <p:nvPr>
            <p:ph type="title"/>
          </p:nvPr>
        </p:nvSpPr>
        <p:spPr>
          <a:xfrm>
            <a:off x="4572000" y="1633950"/>
            <a:ext cx="4452900" cy="18756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 New sensor device</a:t>
            </a: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class </a:t>
            </a:r>
            <a:r>
              <a:rPr lang="en-US" sz="1400" b="0" dirty="0" err="1">
                <a:solidFill>
                  <a:schemeClr val="dk1"/>
                </a:solidFill>
                <a:latin typeface="Courier New"/>
                <a:ea typeface="Courier New"/>
                <a:cs typeface="Courier New"/>
                <a:sym typeface="Courier New"/>
              </a:rPr>
              <a:t>SuperTempReader</a:t>
            </a:r>
            <a:r>
              <a:rPr lang="en-US" sz="1400" b="0" dirty="0">
                <a:solidFill>
                  <a:schemeClr val="dk1"/>
                </a:solidFill>
                <a:latin typeface="Courier New"/>
                <a:ea typeface="Courier New"/>
                <a:cs typeface="Courier New"/>
                <a:sym typeface="Courier New"/>
              </a:rPr>
              <a:t> {</a:t>
            </a:r>
            <a:endParaRPr sz="1400" b="0" dirty="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 NOTE: temperature is Celsius tenths of a degree</a:t>
            </a:r>
            <a:endParaRPr sz="1400" b="0" dirty="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native double </a:t>
            </a:r>
            <a:r>
              <a:rPr lang="en-US" sz="1400" b="0" dirty="0" err="1">
                <a:solidFill>
                  <a:schemeClr val="dk1"/>
                </a:solidFill>
                <a:latin typeface="Courier New"/>
                <a:ea typeface="Courier New"/>
                <a:cs typeface="Courier New"/>
                <a:sym typeface="Courier New"/>
              </a:rPr>
              <a:t>current_reading</a:t>
            </a: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dirty="0">
                <a:solidFill>
                  <a:schemeClr val="dk1"/>
                </a:solidFill>
                <a:latin typeface="Courier New"/>
                <a:ea typeface="Courier New"/>
                <a:cs typeface="Courier New"/>
                <a:sym typeface="Courier New"/>
              </a:rPr>
              <a:t>}</a:t>
            </a:r>
            <a:endParaRPr sz="1400" b="0" dirty="0">
              <a:solidFill>
                <a:schemeClr val="dk1"/>
              </a:solidFill>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4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Without adapter pattern</a:t>
            </a:r>
            <a:endParaRPr/>
          </a:p>
        </p:txBody>
      </p:sp>
      <p:sp>
        <p:nvSpPr>
          <p:cNvPr id="331" name="Google Shape;331;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332" name="Google Shape;332;p45"/>
          <p:cNvSpPr txBox="1"/>
          <p:nvPr/>
        </p:nvSpPr>
        <p:spPr>
          <a:xfrm>
            <a:off x="813775" y="1366725"/>
            <a:ext cx="7543200" cy="288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75">
              <a:solidFill>
                <a:schemeClr val="dk1"/>
              </a:solidFill>
              <a:latin typeface="Calibri"/>
              <a:ea typeface="Calibri"/>
              <a:cs typeface="Calibri"/>
              <a:sym typeface="Calibri"/>
            </a:endParaRPr>
          </a:p>
        </p:txBody>
      </p:sp>
      <p:sp>
        <p:nvSpPr>
          <p:cNvPr id="333" name="Google Shape;333;p45"/>
          <p:cNvSpPr txBox="1"/>
          <p:nvPr/>
        </p:nvSpPr>
        <p:spPr>
          <a:xfrm>
            <a:off x="375025" y="1014375"/>
            <a:ext cx="8420700" cy="3594600"/>
          </a:xfrm>
          <a:prstGeom prst="rect">
            <a:avLst/>
          </a:prstGeom>
          <a:noFill/>
          <a:ln>
            <a:noFill/>
          </a:ln>
        </p:spPr>
        <p:txBody>
          <a:bodyPr spcFirstLastPara="1" wrap="square" lIns="92075" tIns="46025" rIns="92075" bIns="46025" anchor="ctr" anchorCtr="0">
            <a:noAutofit/>
          </a:bodyPr>
          <a:lstStyle/>
          <a:p>
            <a:pPr marL="0" marR="0" lvl="0" indent="0" algn="l" rtl="0">
              <a:lnSpc>
                <a:spcPct val="115000"/>
              </a:lnSpc>
              <a:spcBef>
                <a:spcPts val="0"/>
              </a:spcBef>
              <a:spcAft>
                <a:spcPts val="0"/>
              </a:spcAft>
              <a:buClr>
                <a:srgbClr val="000000"/>
              </a:buClr>
              <a:buSzPts val="2400"/>
              <a:buFont typeface="Courier New"/>
              <a:buNone/>
            </a:pPr>
            <a:r>
              <a:rPr lang="en-US" sz="1600" dirty="0">
                <a:latin typeface="Courier New"/>
                <a:ea typeface="Courier New"/>
                <a:cs typeface="Courier New"/>
                <a:sym typeface="Courier New"/>
              </a:rPr>
              <a:t>for (int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 0;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&lt; </a:t>
            </a:r>
            <a:r>
              <a:rPr lang="en-US" sz="1600" dirty="0" err="1">
                <a:latin typeface="Courier New"/>
                <a:ea typeface="Courier New"/>
                <a:cs typeface="Courier New"/>
                <a:sym typeface="Courier New"/>
              </a:rPr>
              <a:t>sensors.length</a:t>
            </a: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a:t>
            </a:r>
            <a:endParaRPr sz="1600" dirty="0">
              <a:latin typeface="Courier New"/>
              <a:ea typeface="Courier New"/>
              <a:cs typeface="Courier New"/>
              <a:sym typeface="Courier New"/>
            </a:endParaRPr>
          </a:p>
          <a:p>
            <a:pPr marL="0" marR="0" lvl="0" indent="457200" algn="l" rtl="0">
              <a:lnSpc>
                <a:spcPct val="115000"/>
              </a:lnSpc>
              <a:spcBef>
                <a:spcPts val="0"/>
              </a:spcBef>
              <a:spcAft>
                <a:spcPts val="0"/>
              </a:spcAft>
              <a:buClr>
                <a:srgbClr val="000000"/>
              </a:buClr>
              <a:buSzPts val="2400"/>
              <a:buFont typeface="Courier New"/>
              <a:buNone/>
            </a:pPr>
            <a:r>
              <a:rPr lang="en-US" sz="1600" dirty="0">
                <a:latin typeface="Courier New"/>
                <a:ea typeface="Courier New"/>
                <a:cs typeface="Courier New"/>
                <a:sym typeface="Courier New"/>
              </a:rPr>
              <a:t>if (sensors[</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 </a:t>
            </a:r>
            <a:r>
              <a:rPr lang="en-US" sz="1600" dirty="0" err="1">
                <a:latin typeface="Courier New"/>
                <a:ea typeface="Courier New"/>
                <a:cs typeface="Courier New"/>
                <a:sym typeface="Courier New"/>
              </a:rPr>
              <a:t>instanceof</a:t>
            </a:r>
            <a:r>
              <a:rPr lang="en-US" sz="1600" dirty="0">
                <a:latin typeface="Courier New"/>
                <a:ea typeface="Courier New"/>
                <a:cs typeface="Courier New"/>
                <a:sym typeface="Courier New"/>
              </a:rPr>
              <a:t> TS7000)</a:t>
            </a:r>
            <a:endParaRPr sz="1600" dirty="0">
              <a:latin typeface="Courier New"/>
              <a:ea typeface="Courier New"/>
              <a:cs typeface="Courier New"/>
              <a:sym typeface="Courier New"/>
            </a:endParaRPr>
          </a:p>
          <a:p>
            <a:pPr marL="457200" marR="0" lvl="0" indent="457200" algn="l" rtl="0">
              <a:lnSpc>
                <a:spcPct val="115000"/>
              </a:lnSpc>
              <a:spcBef>
                <a:spcPts val="0"/>
              </a:spcBef>
              <a:spcAft>
                <a:spcPts val="0"/>
              </a:spcAft>
              <a:buClr>
                <a:srgbClr val="000000"/>
              </a:buClr>
              <a:buSzPts val="2400"/>
              <a:buFont typeface="Courier New"/>
              <a:buNone/>
            </a:pPr>
            <a:r>
              <a:rPr lang="en-US" sz="1600" dirty="0">
                <a:latin typeface="Courier New"/>
                <a:ea typeface="Courier New"/>
                <a:cs typeface="Courier New"/>
                <a:sym typeface="Courier New"/>
              </a:rPr>
              <a:t>sum += ((TS7000)sensors[</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a:t>
            </a:r>
            <a:r>
              <a:rPr lang="en-US" sz="1600" dirty="0" err="1">
                <a:latin typeface="Courier New"/>
                <a:ea typeface="Courier New"/>
                <a:cs typeface="Courier New"/>
                <a:sym typeface="Courier New"/>
              </a:rPr>
              <a:t>getTemp</a:t>
            </a:r>
            <a:r>
              <a:rPr lang="en-US" sz="1600" dirty="0">
                <a:latin typeface="Courier New"/>
                <a:ea typeface="Courier New"/>
                <a:cs typeface="Courier New"/>
                <a:sym typeface="Courier New"/>
              </a:rPr>
              <a:t>();</a:t>
            </a:r>
            <a:endParaRPr sz="1600" dirty="0">
              <a:latin typeface="Courier New"/>
              <a:ea typeface="Courier New"/>
              <a:cs typeface="Courier New"/>
              <a:sym typeface="Courier New"/>
            </a:endParaRPr>
          </a:p>
          <a:p>
            <a:pPr marL="0" marR="0" lvl="0" indent="457200" algn="l" rtl="0">
              <a:lnSpc>
                <a:spcPct val="115000"/>
              </a:lnSpc>
              <a:spcBef>
                <a:spcPts val="0"/>
              </a:spcBef>
              <a:spcAft>
                <a:spcPts val="0"/>
              </a:spcAft>
              <a:buClr>
                <a:srgbClr val="000000"/>
              </a:buClr>
              <a:buSzPts val="2400"/>
              <a:buFont typeface="Courier New"/>
              <a:buNone/>
            </a:pPr>
            <a:r>
              <a:rPr lang="en-US" sz="1600" dirty="0">
                <a:latin typeface="Courier New"/>
                <a:ea typeface="Courier New"/>
                <a:cs typeface="Courier New"/>
                <a:sym typeface="Courier New"/>
              </a:rPr>
              <a:t>else</a:t>
            </a:r>
            <a:endParaRPr sz="1600" dirty="0">
              <a:latin typeface="Courier New"/>
              <a:ea typeface="Courier New"/>
              <a:cs typeface="Courier New"/>
              <a:sym typeface="Courier New"/>
            </a:endParaRPr>
          </a:p>
          <a:p>
            <a:pPr marL="457200" marR="0" lvl="0" indent="457200" algn="l" rtl="0">
              <a:lnSpc>
                <a:spcPct val="115000"/>
              </a:lnSpc>
              <a:spcBef>
                <a:spcPts val="0"/>
              </a:spcBef>
              <a:spcAft>
                <a:spcPts val="0"/>
              </a:spcAft>
              <a:buClr>
                <a:srgbClr val="000000"/>
              </a:buClr>
              <a:buSzPts val="2400"/>
              <a:buFont typeface="Courier New"/>
              <a:buNone/>
            </a:pPr>
            <a:r>
              <a:rPr lang="en-US" sz="1600" dirty="0">
                <a:latin typeface="Courier New"/>
                <a:ea typeface="Courier New"/>
                <a:cs typeface="Courier New"/>
                <a:sym typeface="Courier New"/>
              </a:rPr>
              <a:t>// Must be a </a:t>
            </a:r>
            <a:r>
              <a:rPr lang="en-US" sz="1600" dirty="0" err="1">
                <a:latin typeface="Courier New"/>
                <a:ea typeface="Courier New"/>
                <a:cs typeface="Courier New"/>
                <a:sym typeface="Courier New"/>
              </a:rPr>
              <a:t>SuperTemp</a:t>
            </a:r>
            <a:r>
              <a:rPr lang="en-US" sz="1600" dirty="0">
                <a:latin typeface="Courier New"/>
                <a:ea typeface="Courier New"/>
                <a:cs typeface="Courier New"/>
                <a:sym typeface="Courier New"/>
              </a:rPr>
              <a:t>!</a:t>
            </a:r>
            <a:endParaRPr sz="1600" dirty="0">
              <a:latin typeface="Courier New"/>
              <a:ea typeface="Courier New"/>
              <a:cs typeface="Courier New"/>
              <a:sym typeface="Courier New"/>
            </a:endParaRPr>
          </a:p>
          <a:p>
            <a:pPr marL="457200" marR="0" lvl="0" indent="457200" algn="l" rtl="0">
              <a:lnSpc>
                <a:spcPct val="115000"/>
              </a:lnSpc>
              <a:spcBef>
                <a:spcPts val="0"/>
              </a:spcBef>
              <a:spcAft>
                <a:spcPts val="0"/>
              </a:spcAft>
              <a:buClr>
                <a:srgbClr val="000000"/>
              </a:buClr>
              <a:buSzPts val="2400"/>
              <a:buFont typeface="Courier New"/>
              <a:buNone/>
            </a:pPr>
            <a:r>
              <a:rPr lang="en-US" sz="1600" dirty="0">
                <a:latin typeface="Courier New"/>
                <a:ea typeface="Courier New"/>
                <a:cs typeface="Courier New"/>
                <a:sym typeface="Courier New"/>
              </a:rPr>
              <a:t>sum += ((</a:t>
            </a:r>
            <a:r>
              <a:rPr lang="en-US" sz="1600" dirty="0" err="1">
                <a:latin typeface="Courier New"/>
                <a:ea typeface="Courier New"/>
                <a:cs typeface="Courier New"/>
                <a:sym typeface="Courier New"/>
              </a:rPr>
              <a:t>SuperTempReader</a:t>
            </a:r>
            <a:r>
              <a:rPr lang="en-US" sz="1600" dirty="0">
                <a:latin typeface="Courier New"/>
                <a:ea typeface="Courier New"/>
                <a:cs typeface="Courier New"/>
                <a:sym typeface="Courier New"/>
              </a:rPr>
              <a:t>)sensors[</a:t>
            </a:r>
            <a:r>
              <a:rPr lang="en-US" sz="1600" dirty="0" err="1">
                <a:latin typeface="Courier New"/>
                <a:ea typeface="Courier New"/>
                <a:cs typeface="Courier New"/>
                <a:sym typeface="Courier New"/>
              </a:rPr>
              <a:t>i</a:t>
            </a:r>
            <a:r>
              <a:rPr lang="en-US" sz="1600" dirty="0">
                <a:latin typeface="Courier New"/>
                <a:ea typeface="Courier New"/>
                <a:cs typeface="Courier New"/>
                <a:sym typeface="Courier New"/>
              </a:rPr>
              <a:t>]).</a:t>
            </a:r>
            <a:r>
              <a:rPr lang="en-US" sz="1600" dirty="0" err="1">
                <a:latin typeface="Courier New"/>
                <a:ea typeface="Courier New"/>
                <a:cs typeface="Courier New"/>
                <a:sym typeface="Courier New"/>
              </a:rPr>
              <a:t>current_reading</a:t>
            </a:r>
            <a:r>
              <a:rPr lang="en-US" sz="1600" dirty="0">
                <a:latin typeface="Courier New"/>
                <a:ea typeface="Courier New"/>
                <a:cs typeface="Courier New"/>
                <a:sym typeface="Courier New"/>
              </a:rPr>
              <a:t>() * 10;</a:t>
            </a:r>
            <a:endParaRPr sz="1600" dirty="0">
              <a:latin typeface="Courier New"/>
              <a:ea typeface="Courier New"/>
              <a:cs typeface="Courier New"/>
              <a:sym typeface="Courier New"/>
            </a:endParaRPr>
          </a:p>
          <a:p>
            <a:pPr marL="0" marR="0" lvl="0" indent="0" algn="l" rtl="0">
              <a:lnSpc>
                <a:spcPct val="115000"/>
              </a:lnSpc>
              <a:spcBef>
                <a:spcPts val="0"/>
              </a:spcBef>
              <a:spcAft>
                <a:spcPts val="0"/>
              </a:spcAft>
              <a:buClr>
                <a:srgbClr val="000000"/>
              </a:buClr>
              <a:buSzPts val="2400"/>
              <a:buFont typeface="Courier New"/>
              <a:buNone/>
            </a:pPr>
            <a:r>
              <a:rPr lang="en-US" sz="1600" dirty="0">
                <a:latin typeface="Courier New"/>
                <a:ea typeface="Courier New"/>
                <a:cs typeface="Courier New"/>
                <a:sym typeface="Courier New"/>
              </a:rPr>
              <a:t>}</a:t>
            </a:r>
            <a:endParaRPr sz="1600" dirty="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Adapter to the rescue (1)</a:t>
            </a:r>
            <a:endParaRPr/>
          </a:p>
        </p:txBody>
      </p:sp>
      <p:sp>
        <p:nvSpPr>
          <p:cNvPr id="339" name="Google Shape;339;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340" name="Google Shape;340;p46"/>
          <p:cNvSpPr txBox="1"/>
          <p:nvPr/>
        </p:nvSpPr>
        <p:spPr>
          <a:xfrm>
            <a:off x="813775" y="1366725"/>
            <a:ext cx="7543200" cy="288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75">
              <a:solidFill>
                <a:schemeClr val="dk1"/>
              </a:solidFill>
              <a:latin typeface="Calibri"/>
              <a:ea typeface="Calibri"/>
              <a:cs typeface="Calibri"/>
              <a:sym typeface="Calibri"/>
            </a:endParaRPr>
          </a:p>
        </p:txBody>
      </p:sp>
      <p:pic>
        <p:nvPicPr>
          <p:cNvPr id="341" name="Google Shape;341;p46"/>
          <p:cNvPicPr preferRelativeResize="0"/>
          <p:nvPr/>
        </p:nvPicPr>
        <p:blipFill>
          <a:blip r:embed="rId3">
            <a:alphaModFix/>
          </a:blip>
          <a:stretch>
            <a:fillRect/>
          </a:stretch>
        </p:blipFill>
        <p:spPr>
          <a:xfrm>
            <a:off x="1216938" y="940801"/>
            <a:ext cx="6710126" cy="374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Adapter to the rescue (2)</a:t>
            </a:r>
            <a:endParaRPr/>
          </a:p>
        </p:txBody>
      </p:sp>
      <p:sp>
        <p:nvSpPr>
          <p:cNvPr id="347" name="Google Shape;347;p47"/>
          <p:cNvSpPr txBox="1">
            <a:spLocks noGrp="1"/>
          </p:cNvSpPr>
          <p:nvPr>
            <p:ph type="title"/>
          </p:nvPr>
        </p:nvSpPr>
        <p:spPr>
          <a:xfrm>
            <a:off x="119100" y="922450"/>
            <a:ext cx="4452900" cy="3827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abstract class TempSensor{</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abstract double getTemperature();</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class STRAdapter extends TempSensor{</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public double getTemperature(){</a:t>
            </a:r>
            <a:endParaRPr sz="1400" b="0">
              <a:solidFill>
                <a:schemeClr val="dk1"/>
              </a:solidFill>
              <a:latin typeface="Courier New"/>
              <a:ea typeface="Courier New"/>
              <a:cs typeface="Courier New"/>
              <a:sym typeface="Courier New"/>
            </a:endParaRPr>
          </a:p>
          <a:p>
            <a:pPr marL="45720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return sensor.current_reading() * 10;</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p:txBody>
      </p:sp>
      <p:sp>
        <p:nvSpPr>
          <p:cNvPr id="348" name="Google Shape;348;p4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21</a:t>
            </a:fld>
            <a:endParaRPr/>
          </a:p>
        </p:txBody>
      </p:sp>
      <p:sp>
        <p:nvSpPr>
          <p:cNvPr id="349" name="Google Shape;349;p47"/>
          <p:cNvSpPr txBox="1">
            <a:spLocks noGrp="1"/>
          </p:cNvSpPr>
          <p:nvPr>
            <p:ph type="title"/>
          </p:nvPr>
        </p:nvSpPr>
        <p:spPr>
          <a:xfrm>
            <a:off x="4572000" y="922450"/>
            <a:ext cx="4452900" cy="3827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class TS7000Adapter extends TempSensor{</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public double getTemperature(){</a:t>
            </a:r>
            <a:endParaRPr sz="1400" b="0">
              <a:solidFill>
                <a:schemeClr val="dk1"/>
              </a:solidFill>
              <a:latin typeface="Courier New"/>
              <a:ea typeface="Courier New"/>
              <a:cs typeface="Courier New"/>
              <a:sym typeface="Courier New"/>
            </a:endParaRPr>
          </a:p>
          <a:p>
            <a:pPr marL="45720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return sensor.getTemp();</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double sum = 0.0;</a:t>
            </a:r>
            <a:endParaRPr sz="1400" b="0">
              <a:solidFill>
                <a:schemeClr val="dk1"/>
              </a:solidFill>
              <a:latin typeface="Courier New"/>
              <a:ea typeface="Courier New"/>
              <a:cs typeface="Courier New"/>
              <a:sym typeface="Courier New"/>
            </a:endParaRPr>
          </a:p>
          <a:p>
            <a:pPr marL="0" lvl="0" indent="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for (int i = 0; i &lt; sensors.length; i++)</a:t>
            </a:r>
            <a:endParaRPr sz="1400" b="0">
              <a:solidFill>
                <a:schemeClr val="dk1"/>
              </a:solidFill>
              <a:latin typeface="Courier New"/>
              <a:ea typeface="Courier New"/>
              <a:cs typeface="Courier New"/>
              <a:sym typeface="Courier New"/>
            </a:endParaRPr>
          </a:p>
          <a:p>
            <a:pPr marL="0" lvl="0" indent="457200" algn="l" rtl="0">
              <a:lnSpc>
                <a:spcPct val="115000"/>
              </a:lnSpc>
              <a:spcBef>
                <a:spcPts val="0"/>
              </a:spcBef>
              <a:spcAft>
                <a:spcPts val="0"/>
              </a:spcAft>
              <a:buNone/>
            </a:pPr>
            <a:r>
              <a:rPr lang="en-US" sz="1400" b="0">
                <a:solidFill>
                  <a:schemeClr val="dk1"/>
                </a:solidFill>
                <a:latin typeface="Courier New"/>
                <a:ea typeface="Courier New"/>
                <a:cs typeface="Courier New"/>
                <a:sym typeface="Courier New"/>
              </a:rPr>
              <a:t>sum += sensors[i].getTemperature();</a:t>
            </a:r>
            <a:endParaRPr sz="1400" b="0">
              <a:solidFill>
                <a:schemeClr val="dk1"/>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48"/>
          <p:cNvSpPr txBox="1">
            <a:spLocks noGrp="1"/>
          </p:cNvSpPr>
          <p:nvPr>
            <p:ph type="title"/>
          </p:nvPr>
        </p:nvSpPr>
        <p:spPr>
          <a:xfrm>
            <a:off x="3510425" y="2078100"/>
            <a:ext cx="47172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BEHAVIORAL PATTERNS - OBSERVER</a:t>
            </a:r>
            <a:endParaRPr b="1">
              <a:latin typeface="Calibri"/>
              <a:ea typeface="Calibri"/>
              <a:cs typeface="Calibri"/>
              <a:sym typeface="Calibri"/>
            </a:endParaRPr>
          </a:p>
        </p:txBody>
      </p:sp>
      <p:sp>
        <p:nvSpPr>
          <p:cNvPr id="355" name="Google Shape;355;p48"/>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4</a:t>
            </a:r>
            <a:endParaRPr b="1">
              <a:solidFill>
                <a:srgbClr val="2E75B5"/>
              </a:solidFill>
              <a:latin typeface="Calibri"/>
              <a:ea typeface="Calibri"/>
              <a:cs typeface="Calibri"/>
              <a:sym typeface="Calibri"/>
            </a:endParaRPr>
          </a:p>
        </p:txBody>
      </p:sp>
      <p:sp>
        <p:nvSpPr>
          <p:cNvPr id="356" name="Google Shape;356;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What is Observer?</a:t>
            </a:r>
            <a:endParaRPr/>
          </a:p>
        </p:txBody>
      </p:sp>
      <p:sp>
        <p:nvSpPr>
          <p:cNvPr id="362" name="Google Shape;362;p49"/>
          <p:cNvSpPr txBox="1">
            <a:spLocks noGrp="1"/>
          </p:cNvSpPr>
          <p:nvPr>
            <p:ph type="title"/>
          </p:nvPr>
        </p:nvSpPr>
        <p:spPr>
          <a:xfrm>
            <a:off x="720000" y="887400"/>
            <a:ext cx="7704000" cy="13692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1800" b="0">
                <a:solidFill>
                  <a:schemeClr val="dk1"/>
                </a:solidFill>
              </a:rPr>
              <a:t>Observer is a behavioral design pattern that lets you define a subscription mechanism to notify multiple objects about any events that happen to the object they’re observing.</a:t>
            </a:r>
            <a:endParaRPr sz="1800" b="0">
              <a:solidFill>
                <a:schemeClr val="dk1"/>
              </a:solidFill>
            </a:endParaRPr>
          </a:p>
        </p:txBody>
      </p:sp>
      <p:sp>
        <p:nvSpPr>
          <p:cNvPr id="363" name="Google Shape;363;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23</a:t>
            </a:fld>
            <a:endParaRPr/>
          </a:p>
        </p:txBody>
      </p:sp>
      <p:pic>
        <p:nvPicPr>
          <p:cNvPr id="364" name="Google Shape;364;p49"/>
          <p:cNvPicPr preferRelativeResize="0"/>
          <p:nvPr/>
        </p:nvPicPr>
        <p:blipFill>
          <a:blip r:embed="rId3">
            <a:alphaModFix/>
          </a:blip>
          <a:stretch>
            <a:fillRect/>
          </a:stretch>
        </p:blipFill>
        <p:spPr>
          <a:xfrm>
            <a:off x="1989900" y="2256600"/>
            <a:ext cx="5164200" cy="2582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5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Implementation</a:t>
            </a:r>
            <a:endParaRPr/>
          </a:p>
        </p:txBody>
      </p:sp>
      <p:sp>
        <p:nvSpPr>
          <p:cNvPr id="370" name="Google Shape;370;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71" name="Google Shape;371;p50"/>
          <p:cNvPicPr preferRelativeResize="0"/>
          <p:nvPr/>
        </p:nvPicPr>
        <p:blipFill>
          <a:blip r:embed="rId3">
            <a:alphaModFix/>
          </a:blip>
          <a:stretch>
            <a:fillRect/>
          </a:stretch>
        </p:blipFill>
        <p:spPr>
          <a:xfrm>
            <a:off x="720050" y="1426551"/>
            <a:ext cx="4127900" cy="1580875"/>
          </a:xfrm>
          <a:prstGeom prst="rect">
            <a:avLst/>
          </a:prstGeom>
          <a:noFill/>
          <a:ln>
            <a:noFill/>
          </a:ln>
        </p:spPr>
      </p:pic>
      <p:pic>
        <p:nvPicPr>
          <p:cNvPr id="372" name="Google Shape;372;p50"/>
          <p:cNvPicPr preferRelativeResize="0"/>
          <p:nvPr/>
        </p:nvPicPr>
        <p:blipFill>
          <a:blip r:embed="rId4">
            <a:alphaModFix/>
          </a:blip>
          <a:stretch>
            <a:fillRect/>
          </a:stretch>
        </p:blipFill>
        <p:spPr>
          <a:xfrm>
            <a:off x="4847949" y="745000"/>
            <a:ext cx="3660100" cy="2943994"/>
          </a:xfrm>
          <a:prstGeom prst="rect">
            <a:avLst/>
          </a:prstGeom>
          <a:noFill/>
          <a:ln>
            <a:noFill/>
          </a:ln>
        </p:spPr>
      </p:pic>
      <p:sp>
        <p:nvSpPr>
          <p:cNvPr id="373" name="Google Shape;373;p50"/>
          <p:cNvSpPr txBox="1"/>
          <p:nvPr/>
        </p:nvSpPr>
        <p:spPr>
          <a:xfrm>
            <a:off x="720000" y="3007438"/>
            <a:ext cx="4128000" cy="7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A subscription mechanism lets individual objects subscribe to event notifications.</a:t>
            </a:r>
            <a:endParaRPr sz="1600">
              <a:solidFill>
                <a:schemeClr val="dk1"/>
              </a:solidFill>
              <a:latin typeface="Calibri"/>
              <a:ea typeface="Calibri"/>
              <a:cs typeface="Calibri"/>
              <a:sym typeface="Calibri"/>
            </a:endParaRPr>
          </a:p>
        </p:txBody>
      </p:sp>
      <p:sp>
        <p:nvSpPr>
          <p:cNvPr id="374" name="Google Shape;374;p50"/>
          <p:cNvSpPr txBox="1"/>
          <p:nvPr/>
        </p:nvSpPr>
        <p:spPr>
          <a:xfrm>
            <a:off x="4847950" y="3689000"/>
            <a:ext cx="4128000" cy="70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Publisher notifies subscribers by calling the specific notification method on their objects.</a:t>
            </a:r>
            <a:endParaRPr sz="16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1"/>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Structure</a:t>
            </a:r>
            <a:endParaRPr/>
          </a:p>
        </p:txBody>
      </p:sp>
      <p:sp>
        <p:nvSpPr>
          <p:cNvPr id="380" name="Google Shape;380;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25</a:t>
            </a:fld>
            <a:endParaRPr/>
          </a:p>
        </p:txBody>
      </p:sp>
      <p:pic>
        <p:nvPicPr>
          <p:cNvPr id="381" name="Google Shape;381;p51"/>
          <p:cNvPicPr preferRelativeResize="0"/>
          <p:nvPr/>
        </p:nvPicPr>
        <p:blipFill>
          <a:blip r:embed="rId3">
            <a:alphaModFix/>
          </a:blip>
          <a:stretch>
            <a:fillRect/>
          </a:stretch>
        </p:blipFill>
        <p:spPr>
          <a:xfrm>
            <a:off x="812650" y="928875"/>
            <a:ext cx="7518692" cy="3820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Step-by-step instructions</a:t>
            </a:r>
            <a:endParaRPr/>
          </a:p>
        </p:txBody>
      </p:sp>
      <p:sp>
        <p:nvSpPr>
          <p:cNvPr id="387" name="Google Shape;387;p52"/>
          <p:cNvSpPr txBox="1">
            <a:spLocks noGrp="1"/>
          </p:cNvSpPr>
          <p:nvPr>
            <p:ph type="title"/>
          </p:nvPr>
        </p:nvSpPr>
        <p:spPr>
          <a:xfrm>
            <a:off x="720000" y="887400"/>
            <a:ext cx="7704000" cy="3969300"/>
          </a:xfrm>
          <a:prstGeom prst="rect">
            <a:avLst/>
          </a:prstGeom>
          <a:noFill/>
          <a:ln>
            <a:noFill/>
          </a:ln>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Separate Business Logic</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Identify </a:t>
            </a:r>
            <a:r>
              <a:rPr lang="en-US" sz="1300">
                <a:solidFill>
                  <a:schemeClr val="dk1"/>
                </a:solidFill>
              </a:rPr>
              <a:t>core functionality</a:t>
            </a:r>
            <a:r>
              <a:rPr lang="en-US" sz="1300" b="0">
                <a:solidFill>
                  <a:schemeClr val="dk1"/>
                </a:solidFill>
              </a:rPr>
              <a:t> → Acts as the </a:t>
            </a:r>
            <a:r>
              <a:rPr lang="en-US" sz="1300">
                <a:solidFill>
                  <a:schemeClr val="dk1"/>
                </a:solidFill>
              </a:rPr>
              <a:t>Publisher</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Identify </a:t>
            </a:r>
            <a:r>
              <a:rPr lang="en-US" sz="1300">
                <a:solidFill>
                  <a:schemeClr val="dk1"/>
                </a:solidFill>
              </a:rPr>
              <a:t>dependent components</a:t>
            </a:r>
            <a:r>
              <a:rPr lang="en-US" sz="1300" b="0">
                <a:solidFill>
                  <a:schemeClr val="dk1"/>
                </a:solidFill>
              </a:rPr>
              <a:t> → Act as </a:t>
            </a:r>
            <a:r>
              <a:rPr lang="en-US" sz="1300">
                <a:solidFill>
                  <a:schemeClr val="dk1"/>
                </a:solidFill>
              </a:rPr>
              <a:t>Subscribers</a:t>
            </a:r>
            <a:endParaRPr sz="130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Define Interfaces</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Subscriber Interface</a:t>
            </a:r>
            <a:r>
              <a:rPr lang="en-US" sz="1300" b="0">
                <a:solidFill>
                  <a:schemeClr val="dk1"/>
                </a:solidFill>
              </a:rPr>
              <a:t> → Declares </a:t>
            </a:r>
            <a:r>
              <a:rPr lang="en-US" sz="1300" b="0">
                <a:solidFill>
                  <a:schemeClr val="dk1"/>
                </a:solidFill>
                <a:latin typeface="Courier New"/>
                <a:ea typeface="Courier New"/>
                <a:cs typeface="Courier New"/>
                <a:sym typeface="Courier New"/>
              </a:rPr>
              <a:t>update()</a:t>
            </a:r>
            <a:r>
              <a:rPr lang="en-US" sz="1300" b="0">
                <a:solidFill>
                  <a:schemeClr val="dk1"/>
                </a:solidFill>
              </a:rPr>
              <a:t> method</a:t>
            </a:r>
            <a:endParaRPr sz="1300" b="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Publisher Interface</a:t>
            </a:r>
            <a:r>
              <a:rPr lang="en-US" sz="1300" b="0">
                <a:solidFill>
                  <a:schemeClr val="dk1"/>
                </a:solidFill>
              </a:rPr>
              <a:t> → Methods to </a:t>
            </a:r>
            <a:r>
              <a:rPr lang="en-US" sz="1300">
                <a:solidFill>
                  <a:schemeClr val="dk1"/>
                </a:solidFill>
              </a:rPr>
              <a:t>add/remove</a:t>
            </a:r>
            <a:r>
              <a:rPr lang="en-US" sz="1300" b="0">
                <a:solidFill>
                  <a:schemeClr val="dk1"/>
                </a:solidFill>
              </a:rPr>
              <a:t> subscribers</a:t>
            </a:r>
            <a:endParaRPr sz="1300" b="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Manage Subscriptions</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Store </a:t>
            </a:r>
            <a:r>
              <a:rPr lang="en-US" sz="1300">
                <a:solidFill>
                  <a:schemeClr val="dk1"/>
                </a:solidFill>
              </a:rPr>
              <a:t>subscriber list</a:t>
            </a:r>
            <a:r>
              <a:rPr lang="en-US" sz="1300" b="0">
                <a:solidFill>
                  <a:schemeClr val="dk1"/>
                </a:solidFill>
              </a:rPr>
              <a:t> in an </a:t>
            </a:r>
            <a:r>
              <a:rPr lang="en-US" sz="1300">
                <a:solidFill>
                  <a:schemeClr val="dk1"/>
                </a:solidFill>
              </a:rPr>
              <a:t>abstract class</a:t>
            </a:r>
            <a:r>
              <a:rPr lang="en-US" sz="1300" b="0">
                <a:solidFill>
                  <a:schemeClr val="dk1"/>
                </a:solidFill>
              </a:rPr>
              <a:t> (for reusability)</a:t>
            </a:r>
            <a:endParaRPr sz="1300" b="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b="0">
                <a:solidFill>
                  <a:schemeClr val="dk1"/>
                </a:solidFill>
              </a:rPr>
              <a:t>Alternative: Use </a:t>
            </a:r>
            <a:r>
              <a:rPr lang="en-US" sz="1300">
                <a:solidFill>
                  <a:schemeClr val="dk1"/>
                </a:solidFill>
              </a:rPr>
              <a:t>composition</a:t>
            </a:r>
            <a:r>
              <a:rPr lang="en-US" sz="1300" b="0">
                <a:solidFill>
                  <a:schemeClr val="dk1"/>
                </a:solidFill>
              </a:rPr>
              <a:t> to separate subscription logic</a:t>
            </a:r>
            <a:endParaRPr sz="1300" b="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Implement Concrete Classes</a:t>
            </a:r>
            <a:endParaRPr sz="130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Publisher</a:t>
            </a:r>
            <a:r>
              <a:rPr lang="en-US" sz="1300" b="0">
                <a:solidFill>
                  <a:schemeClr val="dk1"/>
                </a:solidFill>
              </a:rPr>
              <a:t>: Notifies all </a:t>
            </a:r>
            <a:r>
              <a:rPr lang="en-US" sz="1300">
                <a:solidFill>
                  <a:schemeClr val="dk1"/>
                </a:solidFill>
              </a:rPr>
              <a:t>subscribers</a:t>
            </a:r>
            <a:r>
              <a:rPr lang="en-US" sz="1300" b="0">
                <a:solidFill>
                  <a:schemeClr val="dk1"/>
                </a:solidFill>
              </a:rPr>
              <a:t> when an event occurs</a:t>
            </a:r>
            <a:endParaRPr sz="1300" b="0">
              <a:solidFill>
                <a:schemeClr val="dk1"/>
              </a:solidFill>
            </a:endParaRPr>
          </a:p>
          <a:p>
            <a:pPr marL="914400" lvl="0" indent="-311150" algn="l" rtl="0">
              <a:lnSpc>
                <a:spcPct val="150000"/>
              </a:lnSpc>
              <a:spcBef>
                <a:spcPts val="0"/>
              </a:spcBef>
              <a:spcAft>
                <a:spcPts val="0"/>
              </a:spcAft>
              <a:buClr>
                <a:schemeClr val="dk1"/>
              </a:buClr>
              <a:buSzPts val="1300"/>
              <a:buChar char="●"/>
            </a:pPr>
            <a:r>
              <a:rPr lang="en-US" sz="1300">
                <a:solidFill>
                  <a:schemeClr val="dk1"/>
                </a:solidFill>
              </a:rPr>
              <a:t>Subscriber</a:t>
            </a:r>
            <a:r>
              <a:rPr lang="en-US" sz="1300" b="0">
                <a:solidFill>
                  <a:schemeClr val="dk1"/>
                </a:solidFill>
              </a:rPr>
              <a:t>: Implements </a:t>
            </a:r>
            <a:r>
              <a:rPr lang="en-US" sz="1300" b="0">
                <a:solidFill>
                  <a:schemeClr val="dk1"/>
                </a:solidFill>
                <a:latin typeface="Courier New"/>
                <a:ea typeface="Courier New"/>
                <a:cs typeface="Courier New"/>
                <a:sym typeface="Courier New"/>
              </a:rPr>
              <a:t>update()</a:t>
            </a:r>
            <a:r>
              <a:rPr lang="en-US" sz="1300" b="0">
                <a:solidFill>
                  <a:schemeClr val="dk1"/>
                </a:solidFill>
              </a:rPr>
              <a:t> method to react to changes</a:t>
            </a:r>
            <a:endParaRPr sz="1300" b="0">
              <a:solidFill>
                <a:schemeClr val="dk1"/>
              </a:solidFill>
            </a:endParaRPr>
          </a:p>
          <a:p>
            <a:pPr marL="457200" lvl="0" indent="-311150" algn="l" rtl="0">
              <a:lnSpc>
                <a:spcPct val="150000"/>
              </a:lnSpc>
              <a:spcBef>
                <a:spcPts val="0"/>
              </a:spcBef>
              <a:spcAft>
                <a:spcPts val="0"/>
              </a:spcAft>
              <a:buClr>
                <a:schemeClr val="dk1"/>
              </a:buClr>
              <a:buSzPts val="1300"/>
              <a:buAutoNum type="arabicPeriod"/>
            </a:pPr>
            <a:r>
              <a:rPr lang="en-US" sz="1300">
                <a:solidFill>
                  <a:schemeClr val="dk1"/>
                </a:solidFill>
              </a:rPr>
              <a:t>Register Subscribers: </a:t>
            </a:r>
            <a:r>
              <a:rPr lang="en-US" sz="1300" b="0">
                <a:solidFill>
                  <a:schemeClr val="dk1"/>
                </a:solidFill>
              </a:rPr>
              <a:t>Clients create </a:t>
            </a:r>
            <a:r>
              <a:rPr lang="en-US" sz="1300">
                <a:solidFill>
                  <a:schemeClr val="dk1"/>
                </a:solidFill>
              </a:rPr>
              <a:t>subscribers</a:t>
            </a:r>
            <a:r>
              <a:rPr lang="en-US" sz="1300" b="0">
                <a:solidFill>
                  <a:schemeClr val="dk1"/>
                </a:solidFill>
              </a:rPr>
              <a:t> and attach them to </a:t>
            </a:r>
            <a:r>
              <a:rPr lang="en-US" sz="1300">
                <a:solidFill>
                  <a:schemeClr val="dk1"/>
                </a:solidFill>
              </a:rPr>
              <a:t>publishers</a:t>
            </a:r>
            <a:endParaRPr sz="1300">
              <a:solidFill>
                <a:schemeClr val="dk1"/>
              </a:solidFill>
            </a:endParaRPr>
          </a:p>
        </p:txBody>
      </p:sp>
      <p:sp>
        <p:nvSpPr>
          <p:cNvPr id="388" name="Google Shape;388;p5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3"/>
          <p:cNvSpPr txBox="1">
            <a:spLocks noGrp="1"/>
          </p:cNvSpPr>
          <p:nvPr>
            <p:ph type="title"/>
          </p:nvPr>
        </p:nvSpPr>
        <p:spPr>
          <a:xfrm>
            <a:off x="3510436" y="2078107"/>
            <a:ext cx="3653400" cy="989400"/>
          </a:xfrm>
          <a:prstGeom prst="rect">
            <a:avLst/>
          </a:prstGeom>
          <a:noFill/>
          <a:ln>
            <a:noFill/>
          </a:ln>
        </p:spPr>
        <p:txBody>
          <a:bodyPr spcFirstLastPara="1" wrap="square" lIns="91425" tIns="91425" rIns="91425" bIns="91425" anchor="ctr" anchorCtr="0">
            <a:noAutofit/>
          </a:bodyPr>
          <a:lstStyle/>
          <a:p>
            <a:pPr marL="0" lvl="0" indent="0" algn="l" rtl="0">
              <a:lnSpc>
                <a:spcPct val="90000"/>
              </a:lnSpc>
              <a:spcBef>
                <a:spcPts val="0"/>
              </a:spcBef>
              <a:spcAft>
                <a:spcPts val="0"/>
              </a:spcAft>
              <a:buClr>
                <a:srgbClr val="1E4E79"/>
              </a:buClr>
              <a:buSzPts val="3600"/>
              <a:buFont typeface="Calibri"/>
              <a:buNone/>
            </a:pPr>
            <a:r>
              <a:rPr lang="en-US"/>
              <a:t>CONCLUSION</a:t>
            </a:r>
            <a:endParaRPr b="1">
              <a:latin typeface="Calibri"/>
              <a:ea typeface="Calibri"/>
              <a:cs typeface="Calibri"/>
              <a:sym typeface="Calibri"/>
            </a:endParaRPr>
          </a:p>
        </p:txBody>
      </p:sp>
      <p:sp>
        <p:nvSpPr>
          <p:cNvPr id="394" name="Google Shape;394;p53"/>
          <p:cNvSpPr txBox="1">
            <a:spLocks noGrp="1"/>
          </p:cNvSpPr>
          <p:nvPr>
            <p:ph type="title" idx="2"/>
          </p:nvPr>
        </p:nvSpPr>
        <p:spPr>
          <a:xfrm>
            <a:off x="1980166" y="2076006"/>
            <a:ext cx="1343100" cy="989400"/>
          </a:xfrm>
          <a:prstGeom prst="rect">
            <a:avLst/>
          </a:prstGeom>
          <a:solidFill>
            <a:srgbClr val="FFFFFF">
              <a:alpha val="7450"/>
            </a:srgbClr>
          </a:solidFill>
          <a:ln>
            <a:noFill/>
          </a:ln>
        </p:spPr>
        <p:txBody>
          <a:bodyPr spcFirstLastPara="1" wrap="square" lIns="91425" tIns="91425" rIns="91425" bIns="91425" anchor="ctr" anchorCtr="0">
            <a:noAutofit/>
          </a:bodyPr>
          <a:lstStyle/>
          <a:p>
            <a:pPr marL="0" lvl="0" indent="0" algn="ctr" rtl="0">
              <a:lnSpc>
                <a:spcPct val="90000"/>
              </a:lnSpc>
              <a:spcBef>
                <a:spcPts val="0"/>
              </a:spcBef>
              <a:spcAft>
                <a:spcPts val="0"/>
              </a:spcAft>
              <a:buSzPts val="6000"/>
              <a:buFont typeface="Calibri"/>
              <a:buNone/>
            </a:pPr>
            <a:r>
              <a:rPr lang="en-US" b="1">
                <a:solidFill>
                  <a:srgbClr val="2E75B5"/>
                </a:solidFill>
                <a:latin typeface="Calibri"/>
                <a:ea typeface="Calibri"/>
                <a:cs typeface="Calibri"/>
                <a:sym typeface="Calibri"/>
              </a:rPr>
              <a:t>0</a:t>
            </a:r>
            <a:r>
              <a:rPr lang="en-US">
                <a:solidFill>
                  <a:srgbClr val="2E75B5"/>
                </a:solidFill>
                <a:latin typeface="Calibri"/>
                <a:ea typeface="Calibri"/>
                <a:cs typeface="Calibri"/>
                <a:sym typeface="Calibri"/>
              </a:rPr>
              <a:t>5</a:t>
            </a:r>
            <a:endParaRPr b="1">
              <a:solidFill>
                <a:srgbClr val="2E75B5"/>
              </a:solidFill>
              <a:latin typeface="Calibri"/>
              <a:ea typeface="Calibri"/>
              <a:cs typeface="Calibri"/>
              <a:sym typeface="Calibri"/>
            </a:endParaRPr>
          </a:p>
        </p:txBody>
      </p:sp>
      <p:sp>
        <p:nvSpPr>
          <p:cNvPr id="395" name="Google Shape;395;p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Conclusion</a:t>
            </a:r>
            <a:endParaRPr/>
          </a:p>
        </p:txBody>
      </p:sp>
      <p:sp>
        <p:nvSpPr>
          <p:cNvPr id="401" name="Google Shape;401;p54"/>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457200" lvl="0" indent="-355600" algn="l" rtl="0">
              <a:lnSpc>
                <a:spcPct val="150000"/>
              </a:lnSpc>
              <a:spcBef>
                <a:spcPts val="0"/>
              </a:spcBef>
              <a:spcAft>
                <a:spcPts val="0"/>
              </a:spcAft>
              <a:buClr>
                <a:schemeClr val="dk1"/>
              </a:buClr>
              <a:buSzPts val="2000"/>
              <a:buChar char="●"/>
            </a:pPr>
            <a:r>
              <a:rPr lang="en-US" sz="2000">
                <a:solidFill>
                  <a:schemeClr val="dk1"/>
                </a:solidFill>
              </a:rPr>
              <a:t>Design Patterns</a:t>
            </a:r>
            <a:r>
              <a:rPr lang="en-US" sz="2000" b="0">
                <a:solidFill>
                  <a:schemeClr val="dk1"/>
                </a:solidFill>
              </a:rPr>
              <a:t> provide reusable solutions to common software design problems, improving code structure and maintainability.  </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a:solidFill>
                  <a:schemeClr val="dk1"/>
                </a:solidFill>
              </a:rPr>
              <a:t>Singleton</a:t>
            </a:r>
            <a:r>
              <a:rPr lang="en-US" sz="2000" b="0">
                <a:solidFill>
                  <a:schemeClr val="dk1"/>
                </a:solidFill>
              </a:rPr>
              <a:t> ensures a class has only one instance and provides global access, useful for managing shared resources.  </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a:solidFill>
                  <a:schemeClr val="dk1"/>
                </a:solidFill>
              </a:rPr>
              <a:t>Adapter</a:t>
            </a:r>
            <a:r>
              <a:rPr lang="en-US" sz="2000" b="0">
                <a:solidFill>
                  <a:schemeClr val="dk1"/>
                </a:solidFill>
              </a:rPr>
              <a:t> acts as a bridge between incompatible interfaces, enabling seamless integration of different systems.  </a:t>
            </a:r>
            <a:endParaRPr sz="2000" b="0">
              <a:solidFill>
                <a:schemeClr val="dk1"/>
              </a:solidFill>
            </a:endParaRPr>
          </a:p>
          <a:p>
            <a:pPr marL="457200" lvl="0" indent="-355600" algn="l" rtl="0">
              <a:lnSpc>
                <a:spcPct val="150000"/>
              </a:lnSpc>
              <a:spcBef>
                <a:spcPts val="0"/>
              </a:spcBef>
              <a:spcAft>
                <a:spcPts val="0"/>
              </a:spcAft>
              <a:buClr>
                <a:schemeClr val="dk1"/>
              </a:buClr>
              <a:buSzPts val="2000"/>
              <a:buChar char="●"/>
            </a:pPr>
            <a:r>
              <a:rPr lang="en-US" sz="2000">
                <a:solidFill>
                  <a:schemeClr val="dk1"/>
                </a:solidFill>
              </a:rPr>
              <a:t>Observer</a:t>
            </a:r>
            <a:r>
              <a:rPr lang="en-US" sz="2000" b="0">
                <a:solidFill>
                  <a:schemeClr val="dk1"/>
                </a:solidFill>
              </a:rPr>
              <a:t> establishes a publisher-subscriber model for dynamic event handling without tight coupling.</a:t>
            </a:r>
            <a:endParaRPr sz="2000" b="0">
              <a:solidFill>
                <a:schemeClr val="dk1"/>
              </a:solidFill>
            </a:endParaRPr>
          </a:p>
        </p:txBody>
      </p:sp>
      <p:sp>
        <p:nvSpPr>
          <p:cNvPr id="402" name="Google Shape;402;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rgbClr val="1E4E79"/>
              </a:buClr>
              <a:buSzPts val="2600"/>
              <a:buFont typeface="Calibri"/>
              <a:buNone/>
            </a:pPr>
            <a:r>
              <a:rPr lang="en-US"/>
              <a:t>References</a:t>
            </a:r>
            <a:endParaRPr/>
          </a:p>
        </p:txBody>
      </p:sp>
      <p:sp>
        <p:nvSpPr>
          <p:cNvPr id="408" name="Google Shape;408;p55"/>
          <p:cNvSpPr txBox="1">
            <a:spLocks noGrp="1"/>
          </p:cNvSpPr>
          <p:nvPr>
            <p:ph type="title"/>
          </p:nvPr>
        </p:nvSpPr>
        <p:spPr>
          <a:xfrm>
            <a:off x="720000" y="887400"/>
            <a:ext cx="7704000" cy="37320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US" sz="2000" b="0">
                <a:solidFill>
                  <a:schemeClr val="dk1"/>
                </a:solidFill>
              </a:rPr>
              <a:t>[1] Alexander Shvets (2018). </a:t>
            </a:r>
            <a:r>
              <a:rPr lang="en-US" sz="2000" b="0" i="1">
                <a:solidFill>
                  <a:schemeClr val="dk1"/>
                </a:solidFill>
              </a:rPr>
              <a:t>Dive Into Design Patterns</a:t>
            </a:r>
            <a:r>
              <a:rPr lang="en-US" sz="2000" b="0">
                <a:solidFill>
                  <a:schemeClr val="dk1"/>
                </a:solidFill>
              </a:rPr>
              <a:t>.</a:t>
            </a:r>
            <a:endParaRPr sz="2000" b="0">
              <a:solidFill>
                <a:schemeClr val="dk1"/>
              </a:solidFill>
            </a:endParaRPr>
          </a:p>
        </p:txBody>
      </p:sp>
      <p:sp>
        <p:nvSpPr>
          <p:cNvPr id="409" name="Google Shape;409;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6"/>
          <p:cNvSpPr txBox="1">
            <a:spLocks noGrp="1"/>
          </p:cNvSpPr>
          <p:nvPr>
            <p:ph type="ctrTitle"/>
          </p:nvPr>
        </p:nvSpPr>
        <p:spPr>
          <a:xfrm>
            <a:off x="1142991" y="1356714"/>
            <a:ext cx="6858000" cy="10941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1E4E79"/>
              </a:buClr>
              <a:buSzPts val="3600"/>
              <a:buFont typeface="Corbel"/>
              <a:buNone/>
            </a:pPr>
            <a:r>
              <a:rPr lang="en-US" sz="3600">
                <a:latin typeface="Corbel"/>
                <a:ea typeface="Corbel"/>
                <a:cs typeface="Corbel"/>
                <a:sym typeface="Corbel"/>
              </a:rPr>
              <a:t>Thank you for your attention!</a:t>
            </a:r>
            <a:endParaRPr/>
          </a:p>
        </p:txBody>
      </p:sp>
      <p:sp>
        <p:nvSpPr>
          <p:cNvPr id="416" name="Google Shape;416;p56"/>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SzPts val="2700"/>
              <a:buNone/>
            </a:pPr>
            <a:r>
              <a:rPr lang="en-US" sz="1800">
                <a:latin typeface="Corbel"/>
                <a:ea typeface="Corbel"/>
                <a:cs typeface="Corbel"/>
                <a:sym typeface="Corbel"/>
              </a:rPr>
              <a:t>https://www.cse.hcmut.edu.vn</a:t>
            </a:r>
            <a:endParaRPr sz="1800" u="sng">
              <a:latin typeface="Corbel"/>
              <a:ea typeface="Corbel"/>
              <a:cs typeface="Corbel"/>
              <a:sym typeface="Corbel"/>
            </a:endParaRPr>
          </a:p>
        </p:txBody>
      </p:sp>
    </p:spTree>
  </p:cSld>
  <p:clrMapOvr>
    <a:masterClrMapping/>
  </p:clrMapOvr>
</p:sld>
</file>

<file path=ppt/theme/theme1.xml><?xml version="1.0" encoding="utf-8"?>
<a:theme xmlns:a="http://schemas.openxmlformats.org/drawingml/2006/main" name="HCMUT">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1892</Words>
  <Application>Microsoft Office PowerPoint</Application>
  <PresentationFormat>On-screen Show (16:9)</PresentationFormat>
  <Paragraphs>200</Paragraphs>
  <Slides>30</Slides>
  <Notes>30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Anaheim</vt:lpstr>
      <vt:lpstr>Arial</vt:lpstr>
      <vt:lpstr>Calibri</vt:lpstr>
      <vt:lpstr>Corbel</vt:lpstr>
      <vt:lpstr>Courier New</vt:lpstr>
      <vt:lpstr>Hanken Grotesk</vt:lpstr>
      <vt:lpstr>Nunito Light</vt:lpstr>
      <vt:lpstr>Raleway Black</vt:lpstr>
      <vt:lpstr>Raleway ExtraBold</vt:lpstr>
      <vt:lpstr>Roboto</vt:lpstr>
      <vt:lpstr>Tahoma</vt:lpstr>
      <vt:lpstr>HCMUT</vt:lpstr>
      <vt:lpstr>Chapter 5: Design Patterns</vt:lpstr>
      <vt:lpstr>CONTENT</vt:lpstr>
      <vt:lpstr>INTRODUCTION TO DESIGN PATTERNS</vt:lpstr>
      <vt:lpstr>What is a design pattern?</vt:lpstr>
      <vt:lpstr>Why should I learn patterns?</vt:lpstr>
      <vt:lpstr>Organization</vt:lpstr>
      <vt:lpstr>CREATIONAL PATTERNS - SINGLETON</vt:lpstr>
      <vt:lpstr>What is Singleton?</vt:lpstr>
      <vt:lpstr>Implementation</vt:lpstr>
      <vt:lpstr>Structure</vt:lpstr>
      <vt:lpstr>Step-by-step instructions</vt:lpstr>
      <vt:lpstr>STRUCTURAL PATTERNS - ADAPTER</vt:lpstr>
      <vt:lpstr>What is Adapter?</vt:lpstr>
      <vt:lpstr>Implementation</vt:lpstr>
      <vt:lpstr>Structure - Object adapter</vt:lpstr>
      <vt:lpstr>Structure - Class adapter</vt:lpstr>
      <vt:lpstr>Step-by-step instructions</vt:lpstr>
      <vt:lpstr>Example: Sensor problem</vt:lpstr>
      <vt:lpstr>Without adapter pattern</vt:lpstr>
      <vt:lpstr>Adapter to the rescue (1)</vt:lpstr>
      <vt:lpstr>Adapter to the rescue (2)</vt:lpstr>
      <vt:lpstr>BEHAVIORAL PATTERNS - OBSERVER</vt:lpstr>
      <vt:lpstr>What is Observer?</vt:lpstr>
      <vt:lpstr>Implementation</vt:lpstr>
      <vt:lpstr>Structure</vt:lpstr>
      <vt:lpstr>Step-by-step instructions</vt:lpstr>
      <vt:lpstr>CONCLUSION</vt:lpstr>
      <vt:lpstr>Conclusion</vt:lpstr>
      <vt:lpstr>References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Design Patterns</dc:title>
  <cp:lastModifiedBy>Cong Nguyen</cp:lastModifiedBy>
  <cp:revision>1</cp:revision>
  <dcterms:modified xsi:type="dcterms:W3CDTF">2025-03-05T08:40:58Z</dcterms:modified>
</cp:coreProperties>
</file>